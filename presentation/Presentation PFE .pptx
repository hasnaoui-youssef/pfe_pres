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media/image19.jpg" ContentType="image/jpe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69" r:id="rId2"/>
    <p:sldId id="264" r:id="rId3"/>
    <p:sldId id="263" r:id="rId4"/>
    <p:sldId id="257" r:id="rId5"/>
    <p:sldId id="266" r:id="rId6"/>
    <p:sldId id="323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3" r:id="rId15"/>
    <p:sldId id="2146847345" r:id="rId16"/>
    <p:sldId id="2146847346" r:id="rId17"/>
    <p:sldId id="2146847347" r:id="rId18"/>
    <p:sldId id="2146847348" r:id="rId19"/>
    <p:sldId id="2146847349" r:id="rId20"/>
    <p:sldId id="2146847352" r:id="rId21"/>
    <p:sldId id="2146847353" r:id="rId22"/>
    <p:sldId id="2146847354" r:id="rId23"/>
    <p:sldId id="2146847355" r:id="rId24"/>
    <p:sldId id="2146847356" r:id="rId25"/>
    <p:sldId id="315" r:id="rId26"/>
    <p:sldId id="324" r:id="rId27"/>
    <p:sldId id="291" r:id="rId28"/>
    <p:sldId id="2146847344" r:id="rId29"/>
    <p:sldId id="2146847267" r:id="rId30"/>
    <p:sldId id="2146847323" r:id="rId31"/>
    <p:sldId id="2146847325" r:id="rId32"/>
    <p:sldId id="2146847285" r:id="rId33"/>
    <p:sldId id="2146847312" r:id="rId34"/>
    <p:sldId id="2146847303" r:id="rId35"/>
    <p:sldId id="2146847313" r:id="rId36"/>
    <p:sldId id="2146847321" r:id="rId37"/>
    <p:sldId id="2146847327" r:id="rId38"/>
    <p:sldId id="2146847331" r:id="rId39"/>
    <p:sldId id="2146847330" r:id="rId40"/>
    <p:sldId id="2146847328" r:id="rId41"/>
    <p:sldId id="2146847329" r:id="rId42"/>
    <p:sldId id="214684732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016F26-0EF6-7435-2D0F-90C6D44310ED}" name="Amel NASRI" initials="AN" userId="S::amel.nasri@st.com::68482030-eea5-4bcc-aea6-5ff18a02b6f9" providerId="AD"/>
  <p188:author id="{1D1EF240-8647-5750-6EB4-4503D576F513}" name="Molka GHRAIRI" initials="MG" userId="S::molka.ghrairi@st.com::daca352a-4cdd-4a54-ab5c-8104630bc14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B4E6"/>
    <a:srgbClr val="032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1A544E-CC7A-49D0-A4D9-7C3B328DE29F}" v="258" dt="2024-07-31T09:36:22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0467" autoAdjust="0"/>
  </p:normalViewPr>
  <p:slideViewPr>
    <p:cSldViewPr snapToGrid="0">
      <p:cViewPr varScale="1">
        <p:scale>
          <a:sx n="90" d="100"/>
          <a:sy n="90" d="100"/>
        </p:scale>
        <p:origin x="1392" y="78"/>
      </p:cViewPr>
      <p:guideLst/>
    </p:cSldViewPr>
  </p:slideViewPr>
  <p:notesTextViewPr>
    <p:cViewPr>
      <p:scale>
        <a:sx n="115" d="100"/>
        <a:sy n="11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lka GHRAIRI" userId="daca352a-4cdd-4a54-ab5c-8104630bc14c" providerId="ADAL" clId="{921A544E-CC7A-49D0-A4D9-7C3B328DE29F}"/>
    <pc:docChg chg="undo custSel addSld delSld modSld">
      <pc:chgData name="Molka GHRAIRI" userId="daca352a-4cdd-4a54-ab5c-8104630bc14c" providerId="ADAL" clId="{921A544E-CC7A-49D0-A4D9-7C3B328DE29F}" dt="2024-07-31T09:36:22.661" v="553" actId="113"/>
      <pc:docMkLst>
        <pc:docMk/>
      </pc:docMkLst>
      <pc:sldChg chg="addSp modSp mod modAnim modCm modNotesTx">
        <pc:chgData name="Molka GHRAIRI" userId="daca352a-4cdd-4a54-ab5c-8104630bc14c" providerId="ADAL" clId="{921A544E-CC7A-49D0-A4D9-7C3B328DE29F}" dt="2024-07-31T07:10:08.763" v="533" actId="33524"/>
        <pc:sldMkLst>
          <pc:docMk/>
          <pc:sldMk cId="2593072912" sldId="270"/>
        </pc:sldMkLst>
        <pc:spChg chg="mod">
          <ac:chgData name="Molka GHRAIRI" userId="daca352a-4cdd-4a54-ab5c-8104630bc14c" providerId="ADAL" clId="{921A544E-CC7A-49D0-A4D9-7C3B328DE29F}" dt="2024-07-30T08:57:46.073" v="48" actId="313"/>
          <ac:spMkLst>
            <pc:docMk/>
            <pc:sldMk cId="2593072912" sldId="270"/>
            <ac:spMk id="6" creationId="{5480E633-57A4-5003-83B0-66DAB6B92304}"/>
          </ac:spMkLst>
        </pc:spChg>
        <pc:spChg chg="mod">
          <ac:chgData name="Molka GHRAIRI" userId="daca352a-4cdd-4a54-ab5c-8104630bc14c" providerId="ADAL" clId="{921A544E-CC7A-49D0-A4D9-7C3B328DE29F}" dt="2024-07-31T06:31:36.004" v="517" actId="14100"/>
          <ac:spMkLst>
            <pc:docMk/>
            <pc:sldMk cId="2593072912" sldId="270"/>
            <ac:spMk id="9" creationId="{F20FB1D0-4272-EF07-A151-7E59D82AEE82}"/>
          </ac:spMkLst>
        </pc:spChg>
        <pc:spChg chg="mod">
          <ac:chgData name="Molka GHRAIRI" userId="daca352a-4cdd-4a54-ab5c-8104630bc14c" providerId="ADAL" clId="{921A544E-CC7A-49D0-A4D9-7C3B328DE29F}" dt="2024-07-31T06:31:36.004" v="517" actId="14100"/>
          <ac:spMkLst>
            <pc:docMk/>
            <pc:sldMk cId="2593072912" sldId="270"/>
            <ac:spMk id="11" creationId="{73723082-D4E8-6D94-0106-EE006AF38CAF}"/>
          </ac:spMkLst>
        </pc:spChg>
        <pc:spChg chg="mod">
          <ac:chgData name="Molka GHRAIRI" userId="daca352a-4cdd-4a54-ab5c-8104630bc14c" providerId="ADAL" clId="{921A544E-CC7A-49D0-A4D9-7C3B328DE29F}" dt="2024-07-31T06:31:36.004" v="517" actId="14100"/>
          <ac:spMkLst>
            <pc:docMk/>
            <pc:sldMk cId="2593072912" sldId="270"/>
            <ac:spMk id="12" creationId="{7B1CD93E-430D-26E0-836C-4DB7A5920990}"/>
          </ac:spMkLst>
        </pc:spChg>
        <pc:spChg chg="mod">
          <ac:chgData name="Molka GHRAIRI" userId="daca352a-4cdd-4a54-ab5c-8104630bc14c" providerId="ADAL" clId="{921A544E-CC7A-49D0-A4D9-7C3B328DE29F}" dt="2024-07-31T06:31:36.004" v="517" actId="14100"/>
          <ac:spMkLst>
            <pc:docMk/>
            <pc:sldMk cId="2593072912" sldId="270"/>
            <ac:spMk id="18" creationId="{E2B0B341-BBFD-7DEF-DB8B-217C32D6E5A7}"/>
          </ac:spMkLst>
        </pc:spChg>
        <pc:spChg chg="mod">
          <ac:chgData name="Molka GHRAIRI" userId="daca352a-4cdd-4a54-ab5c-8104630bc14c" providerId="ADAL" clId="{921A544E-CC7A-49D0-A4D9-7C3B328DE29F}" dt="2024-07-31T06:31:36.004" v="517" actId="14100"/>
          <ac:spMkLst>
            <pc:docMk/>
            <pc:sldMk cId="2593072912" sldId="270"/>
            <ac:spMk id="19" creationId="{AA01AF92-25AC-AB0A-0F5F-5C810EBE382F}"/>
          </ac:spMkLst>
        </pc:spChg>
        <pc:spChg chg="mod">
          <ac:chgData name="Molka GHRAIRI" userId="daca352a-4cdd-4a54-ab5c-8104630bc14c" providerId="ADAL" clId="{921A544E-CC7A-49D0-A4D9-7C3B328DE29F}" dt="2024-07-31T06:31:36.004" v="517" actId="14100"/>
          <ac:spMkLst>
            <pc:docMk/>
            <pc:sldMk cId="2593072912" sldId="270"/>
            <ac:spMk id="20" creationId="{FFA12F86-992C-269B-5552-F42CC4680E55}"/>
          </ac:spMkLst>
        </pc:spChg>
        <pc:picChg chg="add mod">
          <ac:chgData name="Molka GHRAIRI" userId="daca352a-4cdd-4a54-ab5c-8104630bc14c" providerId="ADAL" clId="{921A544E-CC7A-49D0-A4D9-7C3B328DE29F}" dt="2024-07-31T06:31:52.345" v="528" actId="14100"/>
          <ac:picMkLst>
            <pc:docMk/>
            <pc:sldMk cId="2593072912" sldId="270"/>
            <ac:picMk id="2" creationId="{5B2985C5-CEBF-6317-E9EC-D990BD424D0F}"/>
          </ac:picMkLst>
        </pc:picChg>
        <pc:picChg chg="mod">
          <ac:chgData name="Molka GHRAIRI" userId="daca352a-4cdd-4a54-ab5c-8104630bc14c" providerId="ADAL" clId="{921A544E-CC7A-49D0-A4D9-7C3B328DE29F}" dt="2024-07-31T06:31:36.004" v="517" actId="14100"/>
          <ac:picMkLst>
            <pc:docMk/>
            <pc:sldMk cId="2593072912" sldId="270"/>
            <ac:picMk id="8" creationId="{177E2CEE-5BF8-B693-9679-49C6FC1A30BD}"/>
          </ac:picMkLst>
        </pc:picChg>
        <pc:picChg chg="mod">
          <ac:chgData name="Molka GHRAIRI" userId="daca352a-4cdd-4a54-ab5c-8104630bc14c" providerId="ADAL" clId="{921A544E-CC7A-49D0-A4D9-7C3B328DE29F}" dt="2024-07-31T06:31:47.552" v="524" actId="1076"/>
          <ac:picMkLst>
            <pc:docMk/>
            <pc:sldMk cId="2593072912" sldId="270"/>
            <ac:picMk id="15362" creationId="{00000000-0000-0000-0000-000000000000}"/>
          </ac:picMkLst>
        </pc:picChg>
        <pc:picChg chg="mod">
          <ac:chgData name="Molka GHRAIRI" userId="daca352a-4cdd-4a54-ab5c-8104630bc14c" providerId="ADAL" clId="{921A544E-CC7A-49D0-A4D9-7C3B328DE29F}" dt="2024-07-31T06:31:49.657" v="526" actId="14100"/>
          <ac:picMkLst>
            <pc:docMk/>
            <pc:sldMk cId="2593072912" sldId="270"/>
            <ac:picMk id="15364" creationId="{00000000-0000-0000-0000-000000000000}"/>
          </ac:picMkLst>
        </pc:picChg>
        <pc:picChg chg="mod">
          <ac:chgData name="Molka GHRAIRI" userId="daca352a-4cdd-4a54-ab5c-8104630bc14c" providerId="ADAL" clId="{921A544E-CC7A-49D0-A4D9-7C3B328DE29F}" dt="2024-07-31T06:31:50.663" v="527" actId="1076"/>
          <ac:picMkLst>
            <pc:docMk/>
            <pc:sldMk cId="2593072912" sldId="270"/>
            <ac:picMk id="15366" creationId="{00000000-0000-0000-0000-00000000000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olka GHRAIRI" userId="daca352a-4cdd-4a54-ab5c-8104630bc14c" providerId="ADAL" clId="{921A544E-CC7A-49D0-A4D9-7C3B328DE29F}" dt="2024-07-30T08:57:46.073" v="48" actId="313"/>
              <pc2:cmMkLst xmlns:pc2="http://schemas.microsoft.com/office/powerpoint/2019/9/main/command">
                <pc:docMk/>
                <pc:sldMk cId="2593072912" sldId="270"/>
                <pc2:cmMk id="{ECE08B18-2369-429C-96DC-F70525D64BE4}"/>
              </pc2:cmMkLst>
            </pc226:cmChg>
          </p:ext>
        </pc:extLst>
      </pc:sldChg>
      <pc:sldChg chg="modSp mod">
        <pc:chgData name="Molka GHRAIRI" userId="daca352a-4cdd-4a54-ab5c-8104630bc14c" providerId="ADAL" clId="{921A544E-CC7A-49D0-A4D9-7C3B328DE29F}" dt="2024-07-30T08:50:23.821" v="29" actId="20577"/>
        <pc:sldMkLst>
          <pc:docMk/>
          <pc:sldMk cId="1499304796" sldId="271"/>
        </pc:sldMkLst>
        <pc:spChg chg="mod">
          <ac:chgData name="Molka GHRAIRI" userId="daca352a-4cdd-4a54-ab5c-8104630bc14c" providerId="ADAL" clId="{921A544E-CC7A-49D0-A4D9-7C3B328DE29F}" dt="2024-07-30T08:50:23.821" v="29" actId="20577"/>
          <ac:spMkLst>
            <pc:docMk/>
            <pc:sldMk cId="1499304796" sldId="271"/>
            <ac:spMk id="2" creationId="{3668CFD1-81F4-5E35-8287-B0317174283A}"/>
          </ac:spMkLst>
        </pc:spChg>
      </pc:sldChg>
      <pc:sldChg chg="modNotesTx">
        <pc:chgData name="Molka GHRAIRI" userId="daca352a-4cdd-4a54-ab5c-8104630bc14c" providerId="ADAL" clId="{921A544E-CC7A-49D0-A4D9-7C3B328DE29F}" dt="2024-07-31T07:13:56.219" v="535" actId="20577"/>
        <pc:sldMkLst>
          <pc:docMk/>
          <pc:sldMk cId="4172503755" sldId="279"/>
        </pc:sldMkLst>
      </pc:sldChg>
      <pc:sldChg chg="addSp delSp modSp mod modCm">
        <pc:chgData name="Molka GHRAIRI" userId="daca352a-4cdd-4a54-ab5c-8104630bc14c" providerId="ADAL" clId="{921A544E-CC7A-49D0-A4D9-7C3B328DE29F}" dt="2024-07-30T09:20:37.059" v="76" actId="478"/>
        <pc:sldMkLst>
          <pc:docMk/>
          <pc:sldMk cId="4149583918" sldId="280"/>
        </pc:sldMkLst>
        <pc:spChg chg="mod">
          <ac:chgData name="Molka GHRAIRI" userId="daca352a-4cdd-4a54-ab5c-8104630bc14c" providerId="ADAL" clId="{921A544E-CC7A-49D0-A4D9-7C3B328DE29F}" dt="2024-07-30T09:05:39.873" v="58" actId="20577"/>
          <ac:spMkLst>
            <pc:docMk/>
            <pc:sldMk cId="4149583918" sldId="280"/>
            <ac:spMk id="2" creationId="{978FFE5C-C8C9-0B37-2266-7E6B3B280410}"/>
          </ac:spMkLst>
        </pc:spChg>
        <pc:picChg chg="add del mod">
          <ac:chgData name="Molka GHRAIRI" userId="daca352a-4cdd-4a54-ab5c-8104630bc14c" providerId="ADAL" clId="{921A544E-CC7A-49D0-A4D9-7C3B328DE29F}" dt="2024-07-30T09:20:37.059" v="76" actId="478"/>
          <ac:picMkLst>
            <pc:docMk/>
            <pc:sldMk cId="4149583918" sldId="280"/>
            <ac:picMk id="6" creationId="{09447A0F-1771-E727-0BF1-8247B3C73F5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 modRxn">
              <pc226:chgData name="Molka GHRAIRI" userId="daca352a-4cdd-4a54-ab5c-8104630bc14c" providerId="ADAL" clId="{921A544E-CC7A-49D0-A4D9-7C3B328DE29F}" dt="2024-07-30T09:05:39.873" v="58" actId="20577"/>
              <pc2:cmMkLst xmlns:pc2="http://schemas.microsoft.com/office/powerpoint/2019/9/main/command">
                <pc:docMk/>
                <pc:sldMk cId="4149583918" sldId="280"/>
                <pc2:cmMk id="{94D02F79-7914-408E-B137-D7D92E09257C}"/>
              </pc2:cmMkLst>
            </pc226:cmChg>
          </p:ext>
        </pc:extLst>
      </pc:sldChg>
      <pc:sldChg chg="modSp mod modShow modNotesTx">
        <pc:chgData name="Molka GHRAIRI" userId="daca352a-4cdd-4a54-ab5c-8104630bc14c" providerId="ADAL" clId="{921A544E-CC7A-49D0-A4D9-7C3B328DE29F}" dt="2024-07-31T06:32:20.670" v="529" actId="729"/>
        <pc:sldMkLst>
          <pc:docMk/>
          <pc:sldMk cId="2699593028" sldId="281"/>
        </pc:sldMkLst>
        <pc:picChg chg="mod">
          <ac:chgData name="Molka GHRAIRI" userId="daca352a-4cdd-4a54-ab5c-8104630bc14c" providerId="ADAL" clId="{921A544E-CC7A-49D0-A4D9-7C3B328DE29F}" dt="2024-07-31T06:30:50.180" v="499" actId="1076"/>
          <ac:picMkLst>
            <pc:docMk/>
            <pc:sldMk cId="2699593028" sldId="281"/>
            <ac:picMk id="10246" creationId="{45B89AEC-DAF2-3235-66AB-6DFCD4117D90}"/>
          </ac:picMkLst>
        </pc:picChg>
      </pc:sldChg>
      <pc:sldChg chg="modSp modNotesTx">
        <pc:chgData name="Molka GHRAIRI" userId="daca352a-4cdd-4a54-ab5c-8104630bc14c" providerId="ADAL" clId="{921A544E-CC7A-49D0-A4D9-7C3B328DE29F}" dt="2024-07-31T09:36:22.661" v="553" actId="113"/>
        <pc:sldMkLst>
          <pc:docMk/>
          <pc:sldMk cId="2860493495" sldId="282"/>
        </pc:sldMkLst>
        <pc:graphicFrameChg chg="mod">
          <ac:chgData name="Molka GHRAIRI" userId="daca352a-4cdd-4a54-ab5c-8104630bc14c" providerId="ADAL" clId="{921A544E-CC7A-49D0-A4D9-7C3B328DE29F}" dt="2024-07-31T09:36:22.661" v="553" actId="113"/>
          <ac:graphicFrameMkLst>
            <pc:docMk/>
            <pc:sldMk cId="2860493495" sldId="282"/>
            <ac:graphicFrameMk id="11" creationId="{EC8B1955-3179-224C-86DA-4AD132D978C1}"/>
          </ac:graphicFrameMkLst>
        </pc:graphicFrameChg>
      </pc:sldChg>
      <pc:sldChg chg="modNotesTx">
        <pc:chgData name="Molka GHRAIRI" userId="daca352a-4cdd-4a54-ab5c-8104630bc14c" providerId="ADAL" clId="{921A544E-CC7A-49D0-A4D9-7C3B328DE29F}" dt="2024-07-30T12:57:21.280" v="467" actId="20577"/>
        <pc:sldMkLst>
          <pc:docMk/>
          <pc:sldMk cId="2709675640" sldId="283"/>
        </pc:sldMkLst>
      </pc:sldChg>
      <pc:sldChg chg="addSp delSp modSp mod">
        <pc:chgData name="Molka GHRAIRI" userId="daca352a-4cdd-4a54-ab5c-8104630bc14c" providerId="ADAL" clId="{921A544E-CC7A-49D0-A4D9-7C3B328DE29F}" dt="2024-07-30T09:24:49.486" v="87" actId="1076"/>
        <pc:sldMkLst>
          <pc:docMk/>
          <pc:sldMk cId="2044694841" sldId="286"/>
        </pc:sldMkLst>
        <pc:spChg chg="add">
          <ac:chgData name="Molka GHRAIRI" userId="daca352a-4cdd-4a54-ab5c-8104630bc14c" providerId="ADAL" clId="{921A544E-CC7A-49D0-A4D9-7C3B328DE29F}" dt="2024-07-30T09:23:29.842" v="77"/>
          <ac:spMkLst>
            <pc:docMk/>
            <pc:sldMk cId="2044694841" sldId="286"/>
            <ac:spMk id="2" creationId="{158F0523-ADD8-B4A8-D7AE-4CE4B8B00D2C}"/>
          </ac:spMkLst>
        </pc:spChg>
        <pc:spChg chg="mod">
          <ac:chgData name="Molka GHRAIRI" userId="daca352a-4cdd-4a54-ab5c-8104630bc14c" providerId="ADAL" clId="{921A544E-CC7A-49D0-A4D9-7C3B328DE29F}" dt="2024-07-30T09:24:49.486" v="87" actId="1076"/>
          <ac:spMkLst>
            <pc:docMk/>
            <pc:sldMk cId="2044694841" sldId="286"/>
            <ac:spMk id="25" creationId="{D25E96EE-0652-80D3-52B7-D3268EADC4D8}"/>
          </ac:spMkLst>
        </pc:spChg>
        <pc:picChg chg="del">
          <ac:chgData name="Molka GHRAIRI" userId="daca352a-4cdd-4a54-ab5c-8104630bc14c" providerId="ADAL" clId="{921A544E-CC7A-49D0-A4D9-7C3B328DE29F}" dt="2024-07-30T09:24:26.681" v="79" actId="478"/>
          <ac:picMkLst>
            <pc:docMk/>
            <pc:sldMk cId="2044694841" sldId="286"/>
            <ac:picMk id="16" creationId="{615B72A1-0D8D-CFAA-B088-DE6BAB3D457A}"/>
          </ac:picMkLst>
        </pc:picChg>
        <pc:picChg chg="add mod">
          <ac:chgData name="Molka GHRAIRI" userId="daca352a-4cdd-4a54-ab5c-8104630bc14c" providerId="ADAL" clId="{921A544E-CC7A-49D0-A4D9-7C3B328DE29F}" dt="2024-07-30T09:24:41.735" v="85" actId="14100"/>
          <ac:picMkLst>
            <pc:docMk/>
            <pc:sldMk cId="2044694841" sldId="286"/>
            <ac:picMk id="1028" creationId="{594C8C36-5A6B-9BD4-D9B7-98447FC90C16}"/>
          </ac:picMkLst>
        </pc:picChg>
      </pc:sldChg>
      <pc:sldChg chg="modSp mod modShow">
        <pc:chgData name="Molka GHRAIRI" userId="daca352a-4cdd-4a54-ab5c-8104630bc14c" providerId="ADAL" clId="{921A544E-CC7A-49D0-A4D9-7C3B328DE29F}" dt="2024-07-30T12:19:00.016" v="423" actId="729"/>
        <pc:sldMkLst>
          <pc:docMk/>
          <pc:sldMk cId="997776550" sldId="287"/>
        </pc:sldMkLst>
        <pc:spChg chg="mod">
          <ac:chgData name="Molka GHRAIRI" userId="daca352a-4cdd-4a54-ab5c-8104630bc14c" providerId="ADAL" clId="{921A544E-CC7A-49D0-A4D9-7C3B328DE29F}" dt="2024-07-30T09:08:24.363" v="59" actId="790"/>
          <ac:spMkLst>
            <pc:docMk/>
            <pc:sldMk cId="997776550" sldId="287"/>
            <ac:spMk id="5" creationId="{A9980A47-6F32-4186-A05F-AB2A780C9DE6}"/>
          </ac:spMkLst>
        </pc:spChg>
        <pc:spChg chg="mod">
          <ac:chgData name="Molka GHRAIRI" userId="daca352a-4cdd-4a54-ab5c-8104630bc14c" providerId="ADAL" clId="{921A544E-CC7A-49D0-A4D9-7C3B328DE29F}" dt="2024-07-30T10:23:22.940" v="172"/>
          <ac:spMkLst>
            <pc:docMk/>
            <pc:sldMk cId="997776550" sldId="287"/>
            <ac:spMk id="12" creationId="{F49703E4-1E20-4318-F7E9-1C7388AC1378}"/>
          </ac:spMkLst>
        </pc:spChg>
      </pc:sldChg>
      <pc:sldChg chg="modSp mod modNotesTx">
        <pc:chgData name="Molka GHRAIRI" userId="daca352a-4cdd-4a54-ab5c-8104630bc14c" providerId="ADAL" clId="{921A544E-CC7A-49D0-A4D9-7C3B328DE29F}" dt="2024-07-30T13:15:55.589" v="480" actId="20577"/>
        <pc:sldMkLst>
          <pc:docMk/>
          <pc:sldMk cId="1182517019" sldId="289"/>
        </pc:sldMkLst>
        <pc:spChg chg="mod">
          <ac:chgData name="Molka GHRAIRI" userId="daca352a-4cdd-4a54-ab5c-8104630bc14c" providerId="ADAL" clId="{921A544E-CC7A-49D0-A4D9-7C3B328DE29F}" dt="2024-07-30T08:51:57.360" v="31" actId="1076"/>
          <ac:spMkLst>
            <pc:docMk/>
            <pc:sldMk cId="1182517019" sldId="289"/>
            <ac:spMk id="14" creationId="{9462C4C5-1005-4C51-543B-3776B98CC537}"/>
          </ac:spMkLst>
        </pc:spChg>
        <pc:spChg chg="mod">
          <ac:chgData name="Molka GHRAIRI" userId="daca352a-4cdd-4a54-ab5c-8104630bc14c" providerId="ADAL" clId="{921A544E-CC7A-49D0-A4D9-7C3B328DE29F}" dt="2024-07-30T08:59:04.175" v="49" actId="20577"/>
          <ac:spMkLst>
            <pc:docMk/>
            <pc:sldMk cId="1182517019" sldId="289"/>
            <ac:spMk id="20" creationId="{8862CDEE-76A8-EBDB-58C5-71DCBBEB6631}"/>
          </ac:spMkLst>
        </pc:spChg>
      </pc:sldChg>
      <pc:sldChg chg="addSp delSp modSp mod">
        <pc:chgData name="Molka GHRAIRI" userId="daca352a-4cdd-4a54-ab5c-8104630bc14c" providerId="ADAL" clId="{921A544E-CC7A-49D0-A4D9-7C3B328DE29F}" dt="2024-07-31T07:10:56.650" v="534" actId="14100"/>
        <pc:sldMkLst>
          <pc:docMk/>
          <pc:sldMk cId="1906078271" sldId="292"/>
        </pc:sldMkLst>
        <pc:spChg chg="add mod">
          <ac:chgData name="Molka GHRAIRI" userId="daca352a-4cdd-4a54-ab5c-8104630bc14c" providerId="ADAL" clId="{921A544E-CC7A-49D0-A4D9-7C3B328DE29F}" dt="2024-07-30T09:36:39.647" v="158" actId="207"/>
          <ac:spMkLst>
            <pc:docMk/>
            <pc:sldMk cId="1906078271" sldId="292"/>
            <ac:spMk id="41" creationId="{CC44D2D0-BDEB-1945-ABDB-0FAC108AC6EF}"/>
          </ac:spMkLst>
        </pc:spChg>
        <pc:spChg chg="add mod">
          <ac:chgData name="Molka GHRAIRI" userId="daca352a-4cdd-4a54-ab5c-8104630bc14c" providerId="ADAL" clId="{921A544E-CC7A-49D0-A4D9-7C3B328DE29F}" dt="2024-07-31T07:10:56.650" v="534" actId="14100"/>
          <ac:spMkLst>
            <pc:docMk/>
            <pc:sldMk cId="1906078271" sldId="292"/>
            <ac:spMk id="42" creationId="{1D8A6A1F-3F0C-851D-F06A-B36070976317}"/>
          </ac:spMkLst>
        </pc:spChg>
        <pc:grpChg chg="add del mod">
          <ac:chgData name="Molka GHRAIRI" userId="daca352a-4cdd-4a54-ab5c-8104630bc14c" providerId="ADAL" clId="{921A544E-CC7A-49D0-A4D9-7C3B328DE29F}" dt="2024-07-30T09:35:30.190" v="152" actId="478"/>
          <ac:grpSpMkLst>
            <pc:docMk/>
            <pc:sldMk cId="1906078271" sldId="292"/>
            <ac:grpSpMk id="11" creationId="{CDF045AD-7189-9A3C-DBA8-241F1F608791}"/>
          </ac:grpSpMkLst>
        </pc:grpChg>
        <pc:grpChg chg="add del mod">
          <ac:chgData name="Molka GHRAIRI" userId="daca352a-4cdd-4a54-ab5c-8104630bc14c" providerId="ADAL" clId="{921A544E-CC7A-49D0-A4D9-7C3B328DE29F}" dt="2024-07-30T09:35:17.281" v="151"/>
          <ac:grpSpMkLst>
            <pc:docMk/>
            <pc:sldMk cId="1906078271" sldId="292"/>
            <ac:grpSpMk id="13" creationId="{2FD81287-83C2-F424-2A14-C11F50CB6F2B}"/>
          </ac:grpSpMkLst>
        </pc:grpChg>
        <pc:grpChg chg="add del mod">
          <ac:chgData name="Molka GHRAIRI" userId="daca352a-4cdd-4a54-ab5c-8104630bc14c" providerId="ADAL" clId="{921A544E-CC7A-49D0-A4D9-7C3B328DE29F}" dt="2024-07-30T09:35:17.099" v="149"/>
          <ac:grpSpMkLst>
            <pc:docMk/>
            <pc:sldMk cId="1906078271" sldId="292"/>
            <ac:grpSpMk id="15" creationId="{853299F3-E9F5-0D9A-0DB1-14B6F7E4A414}"/>
          </ac:grpSpMkLst>
        </pc:grpChg>
        <pc:grpChg chg="add del mod">
          <ac:chgData name="Molka GHRAIRI" userId="daca352a-4cdd-4a54-ab5c-8104630bc14c" providerId="ADAL" clId="{921A544E-CC7A-49D0-A4D9-7C3B328DE29F}" dt="2024-07-30T09:35:16.756" v="147"/>
          <ac:grpSpMkLst>
            <pc:docMk/>
            <pc:sldMk cId="1906078271" sldId="292"/>
            <ac:grpSpMk id="17" creationId="{B522834F-A7DB-B976-8B88-BC674E5BBC75}"/>
          </ac:grpSpMkLst>
        </pc:grpChg>
        <pc:grpChg chg="add del mod">
          <ac:chgData name="Molka GHRAIRI" userId="daca352a-4cdd-4a54-ab5c-8104630bc14c" providerId="ADAL" clId="{921A544E-CC7A-49D0-A4D9-7C3B328DE29F}" dt="2024-07-30T09:35:16.404" v="144"/>
          <ac:grpSpMkLst>
            <pc:docMk/>
            <pc:sldMk cId="1906078271" sldId="292"/>
            <ac:grpSpMk id="20" creationId="{B43EEEEE-1ECA-1665-FD05-A373A72397E9}"/>
          </ac:grpSpMkLst>
        </pc:grpChg>
        <pc:grpChg chg="add del mod">
          <ac:chgData name="Molka GHRAIRI" userId="daca352a-4cdd-4a54-ab5c-8104630bc14c" providerId="ADAL" clId="{921A544E-CC7A-49D0-A4D9-7C3B328DE29F}" dt="2024-07-30T09:35:15.877" v="141"/>
          <ac:grpSpMkLst>
            <pc:docMk/>
            <pc:sldMk cId="1906078271" sldId="292"/>
            <ac:grpSpMk id="23" creationId="{1F03DA98-2F97-A2DA-74EE-2EFA63281885}"/>
          </ac:grpSpMkLst>
        </pc:grpChg>
        <pc:grpChg chg="add del mod">
          <ac:chgData name="Molka GHRAIRI" userId="daca352a-4cdd-4a54-ab5c-8104630bc14c" providerId="ADAL" clId="{921A544E-CC7A-49D0-A4D9-7C3B328DE29F}" dt="2024-07-30T09:35:14.894" v="135"/>
          <ac:grpSpMkLst>
            <pc:docMk/>
            <pc:sldMk cId="1906078271" sldId="292"/>
            <ac:grpSpMk id="29" creationId="{16B6727F-2E85-040C-D740-F5B694070711}"/>
          </ac:grpSpMkLst>
        </pc:grpChg>
        <pc:grpChg chg="add del mod">
          <ac:chgData name="Molka GHRAIRI" userId="daca352a-4cdd-4a54-ab5c-8104630bc14c" providerId="ADAL" clId="{921A544E-CC7A-49D0-A4D9-7C3B328DE29F}" dt="2024-07-30T09:35:08.319" v="128"/>
          <ac:grpSpMkLst>
            <pc:docMk/>
            <pc:sldMk cId="1906078271" sldId="292"/>
            <ac:grpSpMk id="36" creationId="{16EAEFF0-3275-DA96-A9CD-2855064A1F65}"/>
          </ac:grpSpMkLst>
        </pc:grpChg>
        <pc:grpChg chg="add del mod">
          <ac:chgData name="Molka GHRAIRI" userId="daca352a-4cdd-4a54-ab5c-8104630bc14c" providerId="ADAL" clId="{921A544E-CC7A-49D0-A4D9-7C3B328DE29F}" dt="2024-07-30T09:35:07.876" v="126"/>
          <ac:grpSpMkLst>
            <pc:docMk/>
            <pc:sldMk cId="1906078271" sldId="292"/>
            <ac:grpSpMk id="38" creationId="{D1747B40-3714-81AE-69F7-F9323CB7757D}"/>
          </ac:grpSpMkLst>
        </pc:grpChg>
        <pc:grpChg chg="mod">
          <ac:chgData name="Molka GHRAIRI" userId="daca352a-4cdd-4a54-ab5c-8104630bc14c" providerId="ADAL" clId="{921A544E-CC7A-49D0-A4D9-7C3B328DE29F}" dt="2024-07-30T09:35:07.491" v="124"/>
          <ac:grpSpMkLst>
            <pc:docMk/>
            <pc:sldMk cId="1906078271" sldId="292"/>
            <ac:grpSpMk id="40" creationId="{19DF2109-125F-6D6C-8FAA-73779DC88705}"/>
          </ac:grpSpMkLst>
        </pc:grpChg>
        <pc:inkChg chg="add del">
          <ac:chgData name="Molka GHRAIRI" userId="daca352a-4cdd-4a54-ab5c-8104630bc14c" providerId="ADAL" clId="{921A544E-CC7A-49D0-A4D9-7C3B328DE29F}" dt="2024-07-30T09:33:16.164" v="89" actId="9405"/>
          <ac:inkMkLst>
            <pc:docMk/>
            <pc:sldMk cId="1906078271" sldId="292"/>
            <ac:inkMk id="2" creationId="{88485938-0904-69DC-F887-277C71E4C664}"/>
          </ac:inkMkLst>
        </pc:inkChg>
        <pc:inkChg chg="add mod">
          <ac:chgData name="Molka GHRAIRI" userId="daca352a-4cdd-4a54-ab5c-8104630bc14c" providerId="ADAL" clId="{921A544E-CC7A-49D0-A4D9-7C3B328DE29F}" dt="2024-07-30T09:35:17.281" v="151"/>
          <ac:inkMkLst>
            <pc:docMk/>
            <pc:sldMk cId="1906078271" sldId="292"/>
            <ac:inkMk id="3" creationId="{A95E7FB8-E249-E091-2CE6-75828AC69314}"/>
          </ac:inkMkLst>
        </pc:inkChg>
        <pc:inkChg chg="add mod">
          <ac:chgData name="Molka GHRAIRI" userId="daca352a-4cdd-4a54-ab5c-8104630bc14c" providerId="ADAL" clId="{921A544E-CC7A-49D0-A4D9-7C3B328DE29F}" dt="2024-07-30T09:35:17.281" v="151"/>
          <ac:inkMkLst>
            <pc:docMk/>
            <pc:sldMk cId="1906078271" sldId="292"/>
            <ac:inkMk id="9" creationId="{D7C2C058-075A-7FBE-002E-8CE2F3D346B3}"/>
          </ac:inkMkLst>
        </pc:inkChg>
        <pc:inkChg chg="add mod">
          <ac:chgData name="Molka GHRAIRI" userId="daca352a-4cdd-4a54-ab5c-8104630bc14c" providerId="ADAL" clId="{921A544E-CC7A-49D0-A4D9-7C3B328DE29F}" dt="2024-07-30T09:35:17.281" v="151"/>
          <ac:inkMkLst>
            <pc:docMk/>
            <pc:sldMk cId="1906078271" sldId="292"/>
            <ac:inkMk id="10" creationId="{71B2BD59-B50F-2484-48ED-722F73F321D1}"/>
          </ac:inkMkLst>
        </pc:inkChg>
        <pc:inkChg chg="add del mod">
          <ac:chgData name="Molka GHRAIRI" userId="daca352a-4cdd-4a54-ab5c-8104630bc14c" providerId="ADAL" clId="{921A544E-CC7A-49D0-A4D9-7C3B328DE29F}" dt="2024-07-30T09:35:17.281" v="151"/>
          <ac:inkMkLst>
            <pc:docMk/>
            <pc:sldMk cId="1906078271" sldId="292"/>
            <ac:inkMk id="12" creationId="{6A9733D5-5671-1274-A2FE-17F51FA4E310}"/>
          </ac:inkMkLst>
        </pc:inkChg>
        <pc:inkChg chg="add del mod">
          <ac:chgData name="Molka GHRAIRI" userId="daca352a-4cdd-4a54-ab5c-8104630bc14c" providerId="ADAL" clId="{921A544E-CC7A-49D0-A4D9-7C3B328DE29F}" dt="2024-07-30T09:35:17.099" v="149"/>
          <ac:inkMkLst>
            <pc:docMk/>
            <pc:sldMk cId="1906078271" sldId="292"/>
            <ac:inkMk id="14" creationId="{52FB3C6F-464F-535F-9579-4143530A1A1D}"/>
          </ac:inkMkLst>
        </pc:inkChg>
        <pc:inkChg chg="add del mod">
          <ac:chgData name="Molka GHRAIRI" userId="daca352a-4cdd-4a54-ab5c-8104630bc14c" providerId="ADAL" clId="{921A544E-CC7A-49D0-A4D9-7C3B328DE29F}" dt="2024-07-30T09:35:16.756" v="147"/>
          <ac:inkMkLst>
            <pc:docMk/>
            <pc:sldMk cId="1906078271" sldId="292"/>
            <ac:inkMk id="16" creationId="{8080B286-1C92-C49D-4CCC-A4B0C8A526E4}"/>
          </ac:inkMkLst>
        </pc:inkChg>
        <pc:inkChg chg="add del mod">
          <ac:chgData name="Molka GHRAIRI" userId="daca352a-4cdd-4a54-ab5c-8104630bc14c" providerId="ADAL" clId="{921A544E-CC7A-49D0-A4D9-7C3B328DE29F}" dt="2024-07-30T09:35:16.579" v="145" actId="9405"/>
          <ac:inkMkLst>
            <pc:docMk/>
            <pc:sldMk cId="1906078271" sldId="292"/>
            <ac:inkMk id="18" creationId="{4672AD77-E379-2B0F-CD03-00A41C9250FE}"/>
          </ac:inkMkLst>
        </pc:inkChg>
        <pc:inkChg chg="add del mod">
          <ac:chgData name="Molka GHRAIRI" userId="daca352a-4cdd-4a54-ab5c-8104630bc14c" providerId="ADAL" clId="{921A544E-CC7A-49D0-A4D9-7C3B328DE29F}" dt="2024-07-30T09:35:16.404" v="144"/>
          <ac:inkMkLst>
            <pc:docMk/>
            <pc:sldMk cId="1906078271" sldId="292"/>
            <ac:inkMk id="19" creationId="{833B9FAA-862F-E85A-5163-BB00FB89B09B}"/>
          </ac:inkMkLst>
        </pc:inkChg>
        <pc:inkChg chg="add del mod">
          <ac:chgData name="Molka GHRAIRI" userId="daca352a-4cdd-4a54-ab5c-8104630bc14c" providerId="ADAL" clId="{921A544E-CC7A-49D0-A4D9-7C3B328DE29F}" dt="2024-07-30T09:35:16.212" v="142" actId="9405"/>
          <ac:inkMkLst>
            <pc:docMk/>
            <pc:sldMk cId="1906078271" sldId="292"/>
            <ac:inkMk id="21" creationId="{A5639653-D5BD-7E15-3DF5-3426AE739FEA}"/>
          </ac:inkMkLst>
        </pc:inkChg>
        <pc:inkChg chg="add del mod">
          <ac:chgData name="Molka GHRAIRI" userId="daca352a-4cdd-4a54-ab5c-8104630bc14c" providerId="ADAL" clId="{921A544E-CC7A-49D0-A4D9-7C3B328DE29F}" dt="2024-07-30T09:35:15.877" v="141"/>
          <ac:inkMkLst>
            <pc:docMk/>
            <pc:sldMk cId="1906078271" sldId="292"/>
            <ac:inkMk id="22" creationId="{88DA19E4-DD1C-2068-2DE1-637DD20553BA}"/>
          </ac:inkMkLst>
        </pc:inkChg>
        <pc:inkChg chg="add del mod">
          <ac:chgData name="Molka GHRAIRI" userId="daca352a-4cdd-4a54-ab5c-8104630bc14c" providerId="ADAL" clId="{921A544E-CC7A-49D0-A4D9-7C3B328DE29F}" dt="2024-07-30T09:35:15.715" v="139" actId="9405"/>
          <ac:inkMkLst>
            <pc:docMk/>
            <pc:sldMk cId="1906078271" sldId="292"/>
            <ac:inkMk id="24" creationId="{9A87CC6A-7495-1874-D021-F12DCE81EB55}"/>
          </ac:inkMkLst>
        </pc:inkChg>
        <pc:inkChg chg="add del mod">
          <ac:chgData name="Molka GHRAIRI" userId="daca352a-4cdd-4a54-ab5c-8104630bc14c" providerId="ADAL" clId="{921A544E-CC7A-49D0-A4D9-7C3B328DE29F}" dt="2024-07-30T09:35:15.539" v="138" actId="9405"/>
          <ac:inkMkLst>
            <pc:docMk/>
            <pc:sldMk cId="1906078271" sldId="292"/>
            <ac:inkMk id="25" creationId="{7A1D8F38-49D4-6BB1-D98D-D35FA19776C0}"/>
          </ac:inkMkLst>
        </pc:inkChg>
        <pc:inkChg chg="add del mod">
          <ac:chgData name="Molka GHRAIRI" userId="daca352a-4cdd-4a54-ab5c-8104630bc14c" providerId="ADAL" clId="{921A544E-CC7A-49D0-A4D9-7C3B328DE29F}" dt="2024-07-30T09:35:15.363" v="137" actId="9405"/>
          <ac:inkMkLst>
            <pc:docMk/>
            <pc:sldMk cId="1906078271" sldId="292"/>
            <ac:inkMk id="26" creationId="{10466943-C083-FBD9-0992-7228EE8CF681}"/>
          </ac:inkMkLst>
        </pc:inkChg>
        <pc:inkChg chg="add del mod">
          <ac:chgData name="Molka GHRAIRI" userId="daca352a-4cdd-4a54-ab5c-8104630bc14c" providerId="ADAL" clId="{921A544E-CC7A-49D0-A4D9-7C3B328DE29F}" dt="2024-07-30T09:35:15.204" v="136" actId="9405"/>
          <ac:inkMkLst>
            <pc:docMk/>
            <pc:sldMk cId="1906078271" sldId="292"/>
            <ac:inkMk id="27" creationId="{7DA315C3-9F98-C9F0-D55F-98B242371422}"/>
          </ac:inkMkLst>
        </pc:inkChg>
        <pc:inkChg chg="add del mod">
          <ac:chgData name="Molka GHRAIRI" userId="daca352a-4cdd-4a54-ab5c-8104630bc14c" providerId="ADAL" clId="{921A544E-CC7A-49D0-A4D9-7C3B328DE29F}" dt="2024-07-30T09:35:14.894" v="135"/>
          <ac:inkMkLst>
            <pc:docMk/>
            <pc:sldMk cId="1906078271" sldId="292"/>
            <ac:inkMk id="28" creationId="{774E4FC1-8EB3-AE30-6361-77AB9DECB0B9}"/>
          </ac:inkMkLst>
        </pc:inkChg>
        <pc:inkChg chg="add del mod">
          <ac:chgData name="Molka GHRAIRI" userId="daca352a-4cdd-4a54-ab5c-8104630bc14c" providerId="ADAL" clId="{921A544E-CC7A-49D0-A4D9-7C3B328DE29F}" dt="2024-07-30T09:35:14.731" v="133" actId="9405"/>
          <ac:inkMkLst>
            <pc:docMk/>
            <pc:sldMk cId="1906078271" sldId="292"/>
            <ac:inkMk id="30" creationId="{FE0E2B3E-B3B9-CF24-E9CA-D22AF6C3937E}"/>
          </ac:inkMkLst>
        </pc:inkChg>
        <pc:inkChg chg="add del mod">
          <ac:chgData name="Molka GHRAIRI" userId="daca352a-4cdd-4a54-ab5c-8104630bc14c" providerId="ADAL" clId="{921A544E-CC7A-49D0-A4D9-7C3B328DE29F}" dt="2024-07-30T09:35:14.564" v="132" actId="9405"/>
          <ac:inkMkLst>
            <pc:docMk/>
            <pc:sldMk cId="1906078271" sldId="292"/>
            <ac:inkMk id="31" creationId="{BAFF9F3D-92B8-1A92-ED22-E3D750B299F8}"/>
          </ac:inkMkLst>
        </pc:inkChg>
        <pc:inkChg chg="add del mod">
          <ac:chgData name="Molka GHRAIRI" userId="daca352a-4cdd-4a54-ab5c-8104630bc14c" providerId="ADAL" clId="{921A544E-CC7A-49D0-A4D9-7C3B328DE29F}" dt="2024-07-30T09:35:14.379" v="131" actId="9405"/>
          <ac:inkMkLst>
            <pc:docMk/>
            <pc:sldMk cId="1906078271" sldId="292"/>
            <ac:inkMk id="32" creationId="{B27C9419-C3C3-9965-AF51-C11D780EDD23}"/>
          </ac:inkMkLst>
        </pc:inkChg>
        <pc:inkChg chg="add del mod">
          <ac:chgData name="Molka GHRAIRI" userId="daca352a-4cdd-4a54-ab5c-8104630bc14c" providerId="ADAL" clId="{921A544E-CC7A-49D0-A4D9-7C3B328DE29F}" dt="2024-07-30T09:35:14.084" v="130" actId="9405"/>
          <ac:inkMkLst>
            <pc:docMk/>
            <pc:sldMk cId="1906078271" sldId="292"/>
            <ac:inkMk id="33" creationId="{B62CC72F-4697-DC77-B653-F4E991F3E5DA}"/>
          </ac:inkMkLst>
        </pc:inkChg>
        <pc:inkChg chg="add del mod">
          <ac:chgData name="Molka GHRAIRI" userId="daca352a-4cdd-4a54-ab5c-8104630bc14c" providerId="ADAL" clId="{921A544E-CC7A-49D0-A4D9-7C3B328DE29F}" dt="2024-07-30T09:35:09.828" v="129" actId="9405"/>
          <ac:inkMkLst>
            <pc:docMk/>
            <pc:sldMk cId="1906078271" sldId="292"/>
            <ac:inkMk id="34" creationId="{98407D02-BF1A-EAC3-C4DD-A4973C965B60}"/>
          </ac:inkMkLst>
        </pc:inkChg>
        <pc:inkChg chg="add del mod">
          <ac:chgData name="Molka GHRAIRI" userId="daca352a-4cdd-4a54-ab5c-8104630bc14c" providerId="ADAL" clId="{921A544E-CC7A-49D0-A4D9-7C3B328DE29F}" dt="2024-07-30T09:35:08.319" v="128"/>
          <ac:inkMkLst>
            <pc:docMk/>
            <pc:sldMk cId="1906078271" sldId="292"/>
            <ac:inkMk id="35" creationId="{32E301E6-5334-AE12-ED23-B91FB048E35A}"/>
          </ac:inkMkLst>
        </pc:inkChg>
        <pc:inkChg chg="add del mod">
          <ac:chgData name="Molka GHRAIRI" userId="daca352a-4cdd-4a54-ab5c-8104630bc14c" providerId="ADAL" clId="{921A544E-CC7A-49D0-A4D9-7C3B328DE29F}" dt="2024-07-30T09:35:07.876" v="126"/>
          <ac:inkMkLst>
            <pc:docMk/>
            <pc:sldMk cId="1906078271" sldId="292"/>
            <ac:inkMk id="37" creationId="{23124112-8B81-5B74-E473-A30DBE654EDE}"/>
          </ac:inkMkLst>
        </pc:inkChg>
        <pc:inkChg chg="add del mod">
          <ac:chgData name="Molka GHRAIRI" userId="daca352a-4cdd-4a54-ab5c-8104630bc14c" providerId="ADAL" clId="{921A544E-CC7A-49D0-A4D9-7C3B328DE29F}" dt="2024-07-30T09:35:07.491" v="124"/>
          <ac:inkMkLst>
            <pc:docMk/>
            <pc:sldMk cId="1906078271" sldId="292"/>
            <ac:inkMk id="39" creationId="{1A002F11-0116-AECA-1421-F07A187A1C00}"/>
          </ac:inkMkLst>
        </pc:inkChg>
      </pc:sldChg>
      <pc:sldChg chg="modNotesTx">
        <pc:chgData name="Molka GHRAIRI" userId="daca352a-4cdd-4a54-ab5c-8104630bc14c" providerId="ADAL" clId="{921A544E-CC7A-49D0-A4D9-7C3B328DE29F}" dt="2024-07-31T07:02:40.881" v="532" actId="20577"/>
        <pc:sldMkLst>
          <pc:docMk/>
          <pc:sldMk cId="1452000878" sldId="298"/>
        </pc:sldMkLst>
      </pc:sldChg>
      <pc:sldChg chg="modNotesTx">
        <pc:chgData name="Molka GHRAIRI" userId="daca352a-4cdd-4a54-ab5c-8104630bc14c" providerId="ADAL" clId="{921A544E-CC7A-49D0-A4D9-7C3B328DE29F}" dt="2024-07-31T07:19:34.282" v="544" actId="20577"/>
        <pc:sldMkLst>
          <pc:docMk/>
          <pc:sldMk cId="765853152" sldId="306"/>
        </pc:sldMkLst>
      </pc:sldChg>
      <pc:sldChg chg="modNotesTx">
        <pc:chgData name="Molka GHRAIRI" userId="daca352a-4cdd-4a54-ab5c-8104630bc14c" providerId="ADAL" clId="{921A544E-CC7A-49D0-A4D9-7C3B328DE29F}" dt="2024-07-31T07:23:25.093" v="549" actId="113"/>
        <pc:sldMkLst>
          <pc:docMk/>
          <pc:sldMk cId="1032124187" sldId="308"/>
        </pc:sldMkLst>
      </pc:sldChg>
      <pc:sldChg chg="modSp mod">
        <pc:chgData name="Molka GHRAIRI" userId="daca352a-4cdd-4a54-ab5c-8104630bc14c" providerId="ADAL" clId="{921A544E-CC7A-49D0-A4D9-7C3B328DE29F}" dt="2024-07-30T10:22:21.919" v="164" actId="20577"/>
        <pc:sldMkLst>
          <pc:docMk/>
          <pc:sldMk cId="2811587105" sldId="309"/>
        </pc:sldMkLst>
        <pc:spChg chg="mod">
          <ac:chgData name="Molka GHRAIRI" userId="daca352a-4cdd-4a54-ab5c-8104630bc14c" providerId="ADAL" clId="{921A544E-CC7A-49D0-A4D9-7C3B328DE29F}" dt="2024-07-30T10:22:21.919" v="164" actId="20577"/>
          <ac:spMkLst>
            <pc:docMk/>
            <pc:sldMk cId="2811587105" sldId="309"/>
            <ac:spMk id="2" creationId="{00000000-0000-0000-0000-000000000000}"/>
          </ac:spMkLst>
        </pc:spChg>
      </pc:sldChg>
      <pc:sldChg chg="modSp mod">
        <pc:chgData name="Molka GHRAIRI" userId="daca352a-4cdd-4a54-ab5c-8104630bc14c" providerId="ADAL" clId="{921A544E-CC7A-49D0-A4D9-7C3B328DE29F}" dt="2024-07-30T08:40:26.178" v="19" actId="20577"/>
        <pc:sldMkLst>
          <pc:docMk/>
          <pc:sldMk cId="2583298713" sldId="310"/>
        </pc:sldMkLst>
        <pc:spChg chg="mod">
          <ac:chgData name="Molka GHRAIRI" userId="daca352a-4cdd-4a54-ab5c-8104630bc14c" providerId="ADAL" clId="{921A544E-CC7A-49D0-A4D9-7C3B328DE29F}" dt="2024-07-30T08:40:26.178" v="19" actId="20577"/>
          <ac:spMkLst>
            <pc:docMk/>
            <pc:sldMk cId="2583298713" sldId="310"/>
            <ac:spMk id="2" creationId="{00000000-0000-0000-0000-000000000000}"/>
          </ac:spMkLst>
        </pc:spChg>
      </pc:sldChg>
      <pc:sldChg chg="delSp modSp mod delAnim modNotesTx">
        <pc:chgData name="Molka GHRAIRI" userId="daca352a-4cdd-4a54-ab5c-8104630bc14c" providerId="ADAL" clId="{921A544E-CC7A-49D0-A4D9-7C3B328DE29F}" dt="2024-07-30T09:10:25.394" v="70" actId="1076"/>
        <pc:sldMkLst>
          <pc:docMk/>
          <pc:sldMk cId="458524953" sldId="312"/>
        </pc:sldMkLst>
        <pc:picChg chg="mod">
          <ac:chgData name="Molka GHRAIRI" userId="daca352a-4cdd-4a54-ab5c-8104630bc14c" providerId="ADAL" clId="{921A544E-CC7A-49D0-A4D9-7C3B328DE29F}" dt="2024-07-30T09:10:17.690" v="65" actId="1076"/>
          <ac:picMkLst>
            <pc:docMk/>
            <pc:sldMk cId="458524953" sldId="312"/>
            <ac:picMk id="2" creationId="{00000000-0000-0000-0000-000000000000}"/>
          </ac:picMkLst>
        </pc:picChg>
        <pc:picChg chg="mod">
          <ac:chgData name="Molka GHRAIRI" userId="daca352a-4cdd-4a54-ab5c-8104630bc14c" providerId="ADAL" clId="{921A544E-CC7A-49D0-A4D9-7C3B328DE29F}" dt="2024-07-30T09:10:25.394" v="70" actId="1076"/>
          <ac:picMkLst>
            <pc:docMk/>
            <pc:sldMk cId="458524953" sldId="312"/>
            <ac:picMk id="3" creationId="{00000000-0000-0000-0000-000000000000}"/>
          </ac:picMkLst>
        </pc:picChg>
        <pc:picChg chg="mod">
          <ac:chgData name="Molka GHRAIRI" userId="daca352a-4cdd-4a54-ab5c-8104630bc14c" providerId="ADAL" clId="{921A544E-CC7A-49D0-A4D9-7C3B328DE29F}" dt="2024-07-30T09:10:06.938" v="60" actId="14100"/>
          <ac:picMkLst>
            <pc:docMk/>
            <pc:sldMk cId="458524953" sldId="312"/>
            <ac:picMk id="13" creationId="{4A53091B-9EA3-8C85-7C2A-604A50134E5C}"/>
          </ac:picMkLst>
        </pc:picChg>
        <pc:picChg chg="mod">
          <ac:chgData name="Molka GHRAIRI" userId="daca352a-4cdd-4a54-ab5c-8104630bc14c" providerId="ADAL" clId="{921A544E-CC7A-49D0-A4D9-7C3B328DE29F}" dt="2024-07-30T09:10:19.283" v="66" actId="1076"/>
          <ac:picMkLst>
            <pc:docMk/>
            <pc:sldMk cId="458524953" sldId="312"/>
            <ac:picMk id="14" creationId="{296E9743-C505-5779-53AF-819124329B1A}"/>
          </ac:picMkLst>
        </pc:picChg>
        <pc:picChg chg="del">
          <ac:chgData name="Molka GHRAIRI" userId="daca352a-4cdd-4a54-ab5c-8104630bc14c" providerId="ADAL" clId="{921A544E-CC7A-49D0-A4D9-7C3B328DE29F}" dt="2024-07-30T08:52:02.735" v="32" actId="478"/>
          <ac:picMkLst>
            <pc:docMk/>
            <pc:sldMk cId="458524953" sldId="312"/>
            <ac:picMk id="33" creationId="{3170A1B6-F5AF-46BA-FCB7-BD9E3868FCF5}"/>
          </ac:picMkLst>
        </pc:picChg>
        <pc:picChg chg="del">
          <ac:chgData name="Molka GHRAIRI" userId="daca352a-4cdd-4a54-ab5c-8104630bc14c" providerId="ADAL" clId="{921A544E-CC7A-49D0-A4D9-7C3B328DE29F}" dt="2024-07-30T08:52:03.357" v="33" actId="478"/>
          <ac:picMkLst>
            <pc:docMk/>
            <pc:sldMk cId="458524953" sldId="312"/>
            <ac:picMk id="35" creationId="{BE1C0871-0047-5FFB-DDB9-1F3BACF74282}"/>
          </ac:picMkLst>
        </pc:picChg>
        <pc:picChg chg="mod">
          <ac:chgData name="Molka GHRAIRI" userId="daca352a-4cdd-4a54-ab5c-8104630bc14c" providerId="ADAL" clId="{921A544E-CC7A-49D0-A4D9-7C3B328DE29F}" dt="2024-07-30T09:10:21.226" v="67" actId="1076"/>
          <ac:picMkLst>
            <pc:docMk/>
            <pc:sldMk cId="458524953" sldId="312"/>
            <ac:picMk id="2050" creationId="{00000000-0000-0000-0000-000000000000}"/>
          </ac:picMkLst>
        </pc:picChg>
      </pc:sldChg>
      <pc:sldChg chg="modNotesTx">
        <pc:chgData name="Molka GHRAIRI" userId="daca352a-4cdd-4a54-ab5c-8104630bc14c" providerId="ADAL" clId="{921A544E-CC7A-49D0-A4D9-7C3B328DE29F}" dt="2024-07-31T08:00:58.676" v="551" actId="20577"/>
        <pc:sldMkLst>
          <pc:docMk/>
          <pc:sldMk cId="2103005525" sldId="314"/>
        </pc:sldMkLst>
      </pc:sldChg>
      <pc:sldChg chg="modSp del mod">
        <pc:chgData name="Molka GHRAIRI" userId="daca352a-4cdd-4a54-ab5c-8104630bc14c" providerId="ADAL" clId="{921A544E-CC7A-49D0-A4D9-7C3B328DE29F}" dt="2024-07-30T12:18:56.622" v="422" actId="47"/>
        <pc:sldMkLst>
          <pc:docMk/>
          <pc:sldMk cId="3368630462" sldId="320"/>
        </pc:sldMkLst>
        <pc:spChg chg="mod">
          <ac:chgData name="Molka GHRAIRI" userId="daca352a-4cdd-4a54-ab5c-8104630bc14c" providerId="ADAL" clId="{921A544E-CC7A-49D0-A4D9-7C3B328DE29F}" dt="2024-07-30T10:22:39.206" v="166" actId="255"/>
          <ac:spMkLst>
            <pc:docMk/>
            <pc:sldMk cId="3368630462" sldId="320"/>
            <ac:spMk id="11" creationId="{1E7D17DE-BAE8-4051-09B1-02A4D6295BE8}"/>
          </ac:spMkLst>
        </pc:spChg>
        <pc:spChg chg="mod">
          <ac:chgData name="Molka GHRAIRI" userId="daca352a-4cdd-4a54-ab5c-8104630bc14c" providerId="ADAL" clId="{921A544E-CC7A-49D0-A4D9-7C3B328DE29F}" dt="2024-07-30T10:23:37.401" v="176" actId="20577"/>
          <ac:spMkLst>
            <pc:docMk/>
            <pc:sldMk cId="3368630462" sldId="320"/>
            <ac:spMk id="12" creationId="{F49703E4-1E20-4318-F7E9-1C7388AC1378}"/>
          </ac:spMkLst>
        </pc:spChg>
        <pc:spChg chg="mod">
          <ac:chgData name="Molka GHRAIRI" userId="daca352a-4cdd-4a54-ab5c-8104630bc14c" providerId="ADAL" clId="{921A544E-CC7A-49D0-A4D9-7C3B328DE29F}" dt="2024-07-30T10:23:53.393" v="191" actId="20577"/>
          <ac:spMkLst>
            <pc:docMk/>
            <pc:sldMk cId="3368630462" sldId="320"/>
            <ac:spMk id="13" creationId="{37FC8A85-64E8-6697-353D-CEB3143D57B7}"/>
          </ac:spMkLst>
        </pc:spChg>
      </pc:sldChg>
      <pc:sldChg chg="add del">
        <pc:chgData name="Molka GHRAIRI" userId="daca352a-4cdd-4a54-ab5c-8104630bc14c" providerId="ADAL" clId="{921A544E-CC7A-49D0-A4D9-7C3B328DE29F}" dt="2024-07-30T10:22:14.869" v="162"/>
        <pc:sldMkLst>
          <pc:docMk/>
          <pc:sldMk cId="738286097" sldId="321"/>
        </pc:sldMkLst>
      </pc:sldChg>
      <pc:sldChg chg="addSp delSp modSp new mod modNotesTx">
        <pc:chgData name="Molka GHRAIRI" userId="daca352a-4cdd-4a54-ab5c-8104630bc14c" providerId="ADAL" clId="{921A544E-CC7A-49D0-A4D9-7C3B328DE29F}" dt="2024-07-30T14:48:19.870" v="489" actId="14100"/>
        <pc:sldMkLst>
          <pc:docMk/>
          <pc:sldMk cId="1986436154" sldId="321"/>
        </pc:sldMkLst>
        <pc:spChg chg="del">
          <ac:chgData name="Molka GHRAIRI" userId="daca352a-4cdd-4a54-ab5c-8104630bc14c" providerId="ADAL" clId="{921A544E-CC7A-49D0-A4D9-7C3B328DE29F}" dt="2024-07-30T10:28:11.817" v="194" actId="478"/>
          <ac:spMkLst>
            <pc:docMk/>
            <pc:sldMk cId="1986436154" sldId="321"/>
            <ac:spMk id="2" creationId="{4C435C63-AEAA-88B9-101C-5EBF4149FB55}"/>
          </ac:spMkLst>
        </pc:spChg>
        <pc:spChg chg="del">
          <ac:chgData name="Molka GHRAIRI" userId="daca352a-4cdd-4a54-ab5c-8104630bc14c" providerId="ADAL" clId="{921A544E-CC7A-49D0-A4D9-7C3B328DE29F}" dt="2024-07-30T10:28:09.649" v="193" actId="478"/>
          <ac:spMkLst>
            <pc:docMk/>
            <pc:sldMk cId="1986436154" sldId="321"/>
            <ac:spMk id="3" creationId="{56885DB4-5342-E536-6323-727A8EDE5632}"/>
          </ac:spMkLst>
        </pc:spChg>
        <pc:spChg chg="add del">
          <ac:chgData name="Molka GHRAIRI" userId="daca352a-4cdd-4a54-ab5c-8104630bc14c" providerId="ADAL" clId="{921A544E-CC7A-49D0-A4D9-7C3B328DE29F}" dt="2024-07-30T10:28:13.870" v="196" actId="22"/>
          <ac:spMkLst>
            <pc:docMk/>
            <pc:sldMk cId="1986436154" sldId="321"/>
            <ac:spMk id="5" creationId="{6D9F500D-61A5-DF85-366E-CB92D67D0603}"/>
          </ac:spMkLst>
        </pc:spChg>
        <pc:spChg chg="add mod">
          <ac:chgData name="Molka GHRAIRI" userId="daca352a-4cdd-4a54-ab5c-8104630bc14c" providerId="ADAL" clId="{921A544E-CC7A-49D0-A4D9-7C3B328DE29F}" dt="2024-07-30T10:28:24.186" v="197"/>
          <ac:spMkLst>
            <pc:docMk/>
            <pc:sldMk cId="1986436154" sldId="321"/>
            <ac:spMk id="6" creationId="{D71434CD-0BAF-ED8A-D22A-A0B3B07DC626}"/>
          </ac:spMkLst>
        </pc:spChg>
        <pc:spChg chg="add mod">
          <ac:chgData name="Molka GHRAIRI" userId="daca352a-4cdd-4a54-ab5c-8104630bc14c" providerId="ADAL" clId="{921A544E-CC7A-49D0-A4D9-7C3B328DE29F}" dt="2024-07-30T10:28:24.186" v="197"/>
          <ac:spMkLst>
            <pc:docMk/>
            <pc:sldMk cId="1986436154" sldId="321"/>
            <ac:spMk id="7" creationId="{0611ED6E-BFFE-7ACD-7B84-1607A7F3E2E7}"/>
          </ac:spMkLst>
        </pc:spChg>
        <pc:graphicFrameChg chg="add del mod modGraphic">
          <ac:chgData name="Molka GHRAIRI" userId="daca352a-4cdd-4a54-ab5c-8104630bc14c" providerId="ADAL" clId="{921A544E-CC7A-49D0-A4D9-7C3B328DE29F}" dt="2024-07-30T10:32:20.367" v="265" actId="478"/>
          <ac:graphicFrameMkLst>
            <pc:docMk/>
            <pc:sldMk cId="1986436154" sldId="321"/>
            <ac:graphicFrameMk id="8" creationId="{BFF890EF-F014-36D2-D31F-36044BA3228D}"/>
          </ac:graphicFrameMkLst>
        </pc:graphicFrameChg>
        <pc:graphicFrameChg chg="add del modGraphic">
          <ac:chgData name="Molka GHRAIRI" userId="daca352a-4cdd-4a54-ab5c-8104630bc14c" providerId="ADAL" clId="{921A544E-CC7A-49D0-A4D9-7C3B328DE29F}" dt="2024-07-30T10:32:41.571" v="267" actId="478"/>
          <ac:graphicFrameMkLst>
            <pc:docMk/>
            <pc:sldMk cId="1986436154" sldId="321"/>
            <ac:graphicFrameMk id="9" creationId="{B4EAD36D-6E79-3F9E-853A-60AA74D92DFB}"/>
          </ac:graphicFrameMkLst>
        </pc:graphicFrameChg>
        <pc:graphicFrameChg chg="add mod modGraphic">
          <ac:chgData name="Molka GHRAIRI" userId="daca352a-4cdd-4a54-ab5c-8104630bc14c" providerId="ADAL" clId="{921A544E-CC7A-49D0-A4D9-7C3B328DE29F}" dt="2024-07-30T14:48:00.453" v="483"/>
          <ac:graphicFrameMkLst>
            <pc:docMk/>
            <pc:sldMk cId="1986436154" sldId="321"/>
            <ac:graphicFrameMk id="10" creationId="{B10AA58A-B404-6414-EACB-F6E27CB168F4}"/>
          </ac:graphicFrameMkLst>
        </pc:graphicFrameChg>
        <pc:picChg chg="add mod">
          <ac:chgData name="Molka GHRAIRI" userId="daca352a-4cdd-4a54-ab5c-8104630bc14c" providerId="ADAL" clId="{921A544E-CC7A-49D0-A4D9-7C3B328DE29F}" dt="2024-07-30T14:48:19.870" v="489" actId="14100"/>
          <ac:picMkLst>
            <pc:docMk/>
            <pc:sldMk cId="1986436154" sldId="321"/>
            <ac:picMk id="11" creationId="{C5D1A1C3-8403-9079-C5FF-39A3C2E085F6}"/>
          </ac:picMkLst>
        </pc:picChg>
        <pc:picChg chg="add mod">
          <ac:chgData name="Molka GHRAIRI" userId="daca352a-4cdd-4a54-ab5c-8104630bc14c" providerId="ADAL" clId="{921A544E-CC7A-49D0-A4D9-7C3B328DE29F}" dt="2024-07-30T14:48:13.599" v="487" actId="14100"/>
          <ac:picMkLst>
            <pc:docMk/>
            <pc:sldMk cId="1986436154" sldId="321"/>
            <ac:picMk id="12" creationId="{1D9E6D95-270D-B710-B460-578A549AAA93}"/>
          </ac:picMkLst>
        </pc:picChg>
        <pc:picChg chg="add mod">
          <ac:chgData name="Molka GHRAIRI" userId="daca352a-4cdd-4a54-ab5c-8104630bc14c" providerId="ADAL" clId="{921A544E-CC7A-49D0-A4D9-7C3B328DE29F}" dt="2024-07-30T14:48:05.378" v="484" actId="1076"/>
          <ac:picMkLst>
            <pc:docMk/>
            <pc:sldMk cId="1986436154" sldId="321"/>
            <ac:picMk id="13" creationId="{937831EE-017B-B985-04FF-32C1AB2C6E0C}"/>
          </ac:picMkLst>
        </pc:picChg>
      </pc:sldChg>
      <pc:sldChg chg="new del">
        <pc:chgData name="Molka GHRAIRI" userId="daca352a-4cdd-4a54-ab5c-8104630bc14c" providerId="ADAL" clId="{921A544E-CC7A-49D0-A4D9-7C3B328DE29F}" dt="2024-07-31T07:18:24.669" v="537" actId="680"/>
        <pc:sldMkLst>
          <pc:docMk/>
          <pc:sldMk cId="374485324" sldId="32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6D009-9034-4CAE-91F3-433518D95643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BE7F8E-E950-48A3-92C9-371B5E3F5D18}">
      <dgm:prSet phldrT="[Text]"/>
      <dgm:spPr/>
      <dgm:t>
        <a:bodyPr/>
        <a:lstStyle/>
        <a:p>
          <a:r>
            <a:rPr lang="fr-FR" dirty="0"/>
            <a:t>STM32 </a:t>
          </a:r>
          <a:r>
            <a:rPr lang="fr-FR" dirty="0" err="1"/>
            <a:t>Cryptography</a:t>
          </a:r>
          <a:r>
            <a:rPr lang="fr-FR" dirty="0"/>
            <a:t> </a:t>
          </a:r>
          <a:r>
            <a:rPr lang="fr-FR" dirty="0" err="1"/>
            <a:t>Peripherals</a:t>
          </a:r>
          <a:endParaRPr lang="en-US" dirty="0"/>
        </a:p>
      </dgm:t>
    </dgm:pt>
    <dgm:pt modelId="{1EA8AE7E-A53E-496F-A490-BA336C621F9A}" type="parTrans" cxnId="{D24C6A95-754D-4CF9-9E7D-76C6DD96361D}">
      <dgm:prSet/>
      <dgm:spPr/>
      <dgm:t>
        <a:bodyPr/>
        <a:lstStyle/>
        <a:p>
          <a:endParaRPr lang="en-US"/>
        </a:p>
      </dgm:t>
    </dgm:pt>
    <dgm:pt modelId="{33B00F49-B020-48AD-89E4-D038EA819E2E}" type="sibTrans" cxnId="{D24C6A95-754D-4CF9-9E7D-76C6DD96361D}">
      <dgm:prSet/>
      <dgm:spPr/>
      <dgm:t>
        <a:bodyPr/>
        <a:lstStyle/>
        <a:p>
          <a:endParaRPr lang="en-US"/>
        </a:p>
      </dgm:t>
    </dgm:pt>
    <dgm:pt modelId="{53E657DA-FBC4-4029-A303-36543233C56D}">
      <dgm:prSet phldrT="[Text]"/>
      <dgm:spPr/>
      <dgm:t>
        <a:bodyPr/>
        <a:lstStyle/>
        <a:p>
          <a:r>
            <a:rPr lang="fr-FR" dirty="0"/>
            <a:t>Advanced </a:t>
          </a:r>
          <a:r>
            <a:rPr lang="fr-FR" dirty="0" err="1"/>
            <a:t>Encryption</a:t>
          </a:r>
          <a:r>
            <a:rPr lang="fr-FR" dirty="0"/>
            <a:t> Standard (AES)</a:t>
          </a:r>
          <a:endParaRPr lang="en-US" dirty="0"/>
        </a:p>
      </dgm:t>
    </dgm:pt>
    <dgm:pt modelId="{148DF6A9-AF1C-4816-9EFD-2D82B1B832FD}" type="parTrans" cxnId="{1FB18D74-B8F2-409E-9498-A33A5D05C612}">
      <dgm:prSet/>
      <dgm:spPr/>
      <dgm:t>
        <a:bodyPr/>
        <a:lstStyle/>
        <a:p>
          <a:endParaRPr lang="en-US"/>
        </a:p>
      </dgm:t>
    </dgm:pt>
    <dgm:pt modelId="{B58FEB4B-23A9-4F32-B200-B96B09B392DE}" type="sibTrans" cxnId="{1FB18D74-B8F2-409E-9498-A33A5D05C612}">
      <dgm:prSet/>
      <dgm:spPr/>
      <dgm:t>
        <a:bodyPr/>
        <a:lstStyle/>
        <a:p>
          <a:endParaRPr lang="en-US"/>
        </a:p>
      </dgm:t>
    </dgm:pt>
    <dgm:pt modelId="{BF9DF944-5AFA-437F-9054-BF6E70784BF9}">
      <dgm:prSet phldrT="[Text]"/>
      <dgm:spPr/>
      <dgm:t>
        <a:bodyPr/>
        <a:lstStyle/>
        <a:p>
          <a:r>
            <a:rPr lang="fr-FR" dirty="0"/>
            <a:t>Public Key Accelerator (PKA)</a:t>
          </a:r>
          <a:endParaRPr lang="en-US" dirty="0"/>
        </a:p>
      </dgm:t>
    </dgm:pt>
    <dgm:pt modelId="{C19FF10E-616C-468F-BB1A-0171966DDF85}" type="parTrans" cxnId="{BCD9C756-443C-4F7B-A4C0-9FDDC0469123}">
      <dgm:prSet/>
      <dgm:spPr/>
      <dgm:t>
        <a:bodyPr/>
        <a:lstStyle/>
        <a:p>
          <a:endParaRPr lang="en-US"/>
        </a:p>
      </dgm:t>
    </dgm:pt>
    <dgm:pt modelId="{74E91DD6-14EC-49E0-AE69-BA4CA67BB4CF}" type="sibTrans" cxnId="{BCD9C756-443C-4F7B-A4C0-9FDDC0469123}">
      <dgm:prSet/>
      <dgm:spPr/>
      <dgm:t>
        <a:bodyPr/>
        <a:lstStyle/>
        <a:p>
          <a:endParaRPr lang="en-US"/>
        </a:p>
      </dgm:t>
    </dgm:pt>
    <dgm:pt modelId="{C43BA9A5-716A-4C35-AB6D-DDC8A298B0B2}">
      <dgm:prSet phldrT="[Text]"/>
      <dgm:spPr/>
      <dgm:t>
        <a:bodyPr/>
        <a:lstStyle/>
        <a:p>
          <a:r>
            <a:rPr lang="fr-FR" dirty="0"/>
            <a:t>Secure Advanced </a:t>
          </a:r>
          <a:r>
            <a:rPr lang="fr-FR" dirty="0" err="1"/>
            <a:t>Encryption</a:t>
          </a:r>
          <a:r>
            <a:rPr lang="fr-FR" dirty="0"/>
            <a:t> Standard (SAES)</a:t>
          </a:r>
          <a:endParaRPr lang="en-US" dirty="0"/>
        </a:p>
      </dgm:t>
    </dgm:pt>
    <dgm:pt modelId="{89F64B9E-E3C9-406E-AECA-B235127059A1}" type="parTrans" cxnId="{2B39F765-7C5D-4DD9-AF3C-BF3ED80DD351}">
      <dgm:prSet/>
      <dgm:spPr/>
      <dgm:t>
        <a:bodyPr/>
        <a:lstStyle/>
        <a:p>
          <a:endParaRPr lang="en-US"/>
        </a:p>
      </dgm:t>
    </dgm:pt>
    <dgm:pt modelId="{5D5174BD-803F-4FAC-A60B-717A9DBB6F46}" type="sibTrans" cxnId="{2B39F765-7C5D-4DD9-AF3C-BF3ED80DD351}">
      <dgm:prSet/>
      <dgm:spPr/>
      <dgm:t>
        <a:bodyPr/>
        <a:lstStyle/>
        <a:p>
          <a:endParaRPr lang="en-US"/>
        </a:p>
      </dgm:t>
    </dgm:pt>
    <dgm:pt modelId="{57C498C5-CDBC-4C24-9556-92873A1B1F98}">
      <dgm:prSet phldrT="[Text]"/>
      <dgm:spPr/>
      <dgm:t>
        <a:bodyPr/>
        <a:lstStyle/>
        <a:p>
          <a:r>
            <a:rPr lang="fr-FR" dirty="0" err="1"/>
            <a:t>Random</a:t>
          </a:r>
          <a:r>
            <a:rPr lang="fr-FR" dirty="0"/>
            <a:t> </a:t>
          </a:r>
          <a:r>
            <a:rPr lang="fr-FR" dirty="0" err="1"/>
            <a:t>Number</a:t>
          </a:r>
          <a:r>
            <a:rPr lang="fr-FR" dirty="0"/>
            <a:t> </a:t>
          </a:r>
          <a:r>
            <a:rPr lang="fr-FR" dirty="0" err="1"/>
            <a:t>Generator</a:t>
          </a:r>
          <a:r>
            <a:rPr lang="fr-FR" dirty="0"/>
            <a:t> ( RNG)</a:t>
          </a:r>
          <a:endParaRPr lang="en-US" dirty="0"/>
        </a:p>
      </dgm:t>
    </dgm:pt>
    <dgm:pt modelId="{38CE7F65-6401-427C-9414-99EBFB77FC87}" type="parTrans" cxnId="{84E7CD5D-EDAA-4F8B-9646-FAD4EB50BC24}">
      <dgm:prSet/>
      <dgm:spPr/>
      <dgm:t>
        <a:bodyPr/>
        <a:lstStyle/>
        <a:p>
          <a:endParaRPr lang="en-US"/>
        </a:p>
      </dgm:t>
    </dgm:pt>
    <dgm:pt modelId="{09614079-786D-4CA4-9DCB-8DE7DF95E990}" type="sibTrans" cxnId="{84E7CD5D-EDAA-4F8B-9646-FAD4EB50BC24}">
      <dgm:prSet/>
      <dgm:spPr/>
      <dgm:t>
        <a:bodyPr/>
        <a:lstStyle/>
        <a:p>
          <a:endParaRPr lang="en-US"/>
        </a:p>
      </dgm:t>
    </dgm:pt>
    <dgm:pt modelId="{E5DDEC54-889F-4A3D-BB84-CE88336E35C0}" type="pres">
      <dgm:prSet presAssocID="{2FC6D009-9034-4CAE-91F3-433518D956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59C40494-96AC-4203-8BDC-DDFFB2A4359B}" type="pres">
      <dgm:prSet presAssocID="{E0BE7F8E-E950-48A3-92C9-371B5E3F5D18}" presName="singleCycle" presStyleCnt="0"/>
      <dgm:spPr/>
    </dgm:pt>
    <dgm:pt modelId="{4C8FE8BD-722C-4D37-B85A-244F3987AC24}" type="pres">
      <dgm:prSet presAssocID="{E0BE7F8E-E950-48A3-92C9-371B5E3F5D18}" presName="singleCenter" presStyleLbl="node1" presStyleIdx="0" presStyleCnt="5">
        <dgm:presLayoutVars>
          <dgm:chMax val="7"/>
          <dgm:chPref val="7"/>
        </dgm:presLayoutVars>
      </dgm:prSet>
      <dgm:spPr/>
    </dgm:pt>
    <dgm:pt modelId="{81783770-82EF-4031-A5F1-C99627AA24FF}" type="pres">
      <dgm:prSet presAssocID="{148DF6A9-AF1C-4816-9EFD-2D82B1B832FD}" presName="Name56" presStyleLbl="parChTrans1D2" presStyleIdx="0" presStyleCnt="4"/>
      <dgm:spPr/>
    </dgm:pt>
    <dgm:pt modelId="{B748C566-D653-4563-8066-51BC72DFC98D}" type="pres">
      <dgm:prSet presAssocID="{53E657DA-FBC4-4029-A303-36543233C56D}" presName="text0" presStyleLbl="node1" presStyleIdx="1" presStyleCnt="5">
        <dgm:presLayoutVars>
          <dgm:bulletEnabled val="1"/>
        </dgm:presLayoutVars>
      </dgm:prSet>
      <dgm:spPr/>
    </dgm:pt>
    <dgm:pt modelId="{E26A1A73-D6F6-4695-9875-3CBC479BB3BB}" type="pres">
      <dgm:prSet presAssocID="{C19FF10E-616C-468F-BB1A-0171966DDF85}" presName="Name56" presStyleLbl="parChTrans1D2" presStyleIdx="1" presStyleCnt="4"/>
      <dgm:spPr/>
    </dgm:pt>
    <dgm:pt modelId="{F5AF0E37-F732-4D64-991D-16DC9094EAF5}" type="pres">
      <dgm:prSet presAssocID="{BF9DF944-5AFA-437F-9054-BF6E70784BF9}" presName="text0" presStyleLbl="node1" presStyleIdx="2" presStyleCnt="5">
        <dgm:presLayoutVars>
          <dgm:bulletEnabled val="1"/>
        </dgm:presLayoutVars>
      </dgm:prSet>
      <dgm:spPr/>
    </dgm:pt>
    <dgm:pt modelId="{BFA5647D-4B53-40CB-983C-8A315A779980}" type="pres">
      <dgm:prSet presAssocID="{89F64B9E-E3C9-406E-AECA-B235127059A1}" presName="Name56" presStyleLbl="parChTrans1D2" presStyleIdx="2" presStyleCnt="4"/>
      <dgm:spPr/>
    </dgm:pt>
    <dgm:pt modelId="{2F6C4D83-FE46-4E3B-965D-1CDF729B1454}" type="pres">
      <dgm:prSet presAssocID="{C43BA9A5-716A-4C35-AB6D-DDC8A298B0B2}" presName="text0" presStyleLbl="node1" presStyleIdx="3" presStyleCnt="5">
        <dgm:presLayoutVars>
          <dgm:bulletEnabled val="1"/>
        </dgm:presLayoutVars>
      </dgm:prSet>
      <dgm:spPr/>
    </dgm:pt>
    <dgm:pt modelId="{5FF96B04-851C-4DE8-AFFF-7DAE23045644}" type="pres">
      <dgm:prSet presAssocID="{38CE7F65-6401-427C-9414-99EBFB77FC87}" presName="Name56" presStyleLbl="parChTrans1D2" presStyleIdx="3" presStyleCnt="4"/>
      <dgm:spPr/>
    </dgm:pt>
    <dgm:pt modelId="{205077F6-536B-460B-9D16-976F8A769037}" type="pres">
      <dgm:prSet presAssocID="{57C498C5-CDBC-4C24-9556-92873A1B1F98}" presName="text0" presStyleLbl="node1" presStyleIdx="4" presStyleCnt="5">
        <dgm:presLayoutVars>
          <dgm:bulletEnabled val="1"/>
        </dgm:presLayoutVars>
      </dgm:prSet>
      <dgm:spPr/>
    </dgm:pt>
  </dgm:ptLst>
  <dgm:cxnLst>
    <dgm:cxn modelId="{F26F3B27-09A5-403B-994D-A82C85C770BB}" type="presOf" srcId="{53E657DA-FBC4-4029-A303-36543233C56D}" destId="{B748C566-D653-4563-8066-51BC72DFC98D}" srcOrd="0" destOrd="0" presId="urn:microsoft.com/office/officeart/2008/layout/RadialCluster"/>
    <dgm:cxn modelId="{E982E040-A5FF-4044-A13B-BCCA9326581D}" type="presOf" srcId="{BF9DF944-5AFA-437F-9054-BF6E70784BF9}" destId="{F5AF0E37-F732-4D64-991D-16DC9094EAF5}" srcOrd="0" destOrd="0" presId="urn:microsoft.com/office/officeart/2008/layout/RadialCluster"/>
    <dgm:cxn modelId="{84E7CD5D-EDAA-4F8B-9646-FAD4EB50BC24}" srcId="{E0BE7F8E-E950-48A3-92C9-371B5E3F5D18}" destId="{57C498C5-CDBC-4C24-9556-92873A1B1F98}" srcOrd="3" destOrd="0" parTransId="{38CE7F65-6401-427C-9414-99EBFB77FC87}" sibTransId="{09614079-786D-4CA4-9DCB-8DE7DF95E990}"/>
    <dgm:cxn modelId="{D147D45E-42A9-4A6E-84A8-EB26C958B84B}" type="presOf" srcId="{38CE7F65-6401-427C-9414-99EBFB77FC87}" destId="{5FF96B04-851C-4DE8-AFFF-7DAE23045644}" srcOrd="0" destOrd="0" presId="urn:microsoft.com/office/officeart/2008/layout/RadialCluster"/>
    <dgm:cxn modelId="{2B39F765-7C5D-4DD9-AF3C-BF3ED80DD351}" srcId="{E0BE7F8E-E950-48A3-92C9-371B5E3F5D18}" destId="{C43BA9A5-716A-4C35-AB6D-DDC8A298B0B2}" srcOrd="2" destOrd="0" parTransId="{89F64B9E-E3C9-406E-AECA-B235127059A1}" sibTransId="{5D5174BD-803F-4FAC-A60B-717A9DBB6F46}"/>
    <dgm:cxn modelId="{F9906B47-97C5-4BBB-83EB-28D0620C15DA}" type="presOf" srcId="{C19FF10E-616C-468F-BB1A-0171966DDF85}" destId="{E26A1A73-D6F6-4695-9875-3CBC479BB3BB}" srcOrd="0" destOrd="0" presId="urn:microsoft.com/office/officeart/2008/layout/RadialCluster"/>
    <dgm:cxn modelId="{164A124C-A1D6-41EC-8187-783DE458F5FE}" type="presOf" srcId="{C43BA9A5-716A-4C35-AB6D-DDC8A298B0B2}" destId="{2F6C4D83-FE46-4E3B-965D-1CDF729B1454}" srcOrd="0" destOrd="0" presId="urn:microsoft.com/office/officeart/2008/layout/RadialCluster"/>
    <dgm:cxn modelId="{B80E0674-A196-4BC5-8A13-D8A8F566E84E}" type="presOf" srcId="{89F64B9E-E3C9-406E-AECA-B235127059A1}" destId="{BFA5647D-4B53-40CB-983C-8A315A779980}" srcOrd="0" destOrd="0" presId="urn:microsoft.com/office/officeart/2008/layout/RadialCluster"/>
    <dgm:cxn modelId="{1FB18D74-B8F2-409E-9498-A33A5D05C612}" srcId="{E0BE7F8E-E950-48A3-92C9-371B5E3F5D18}" destId="{53E657DA-FBC4-4029-A303-36543233C56D}" srcOrd="0" destOrd="0" parTransId="{148DF6A9-AF1C-4816-9EFD-2D82B1B832FD}" sibTransId="{B58FEB4B-23A9-4F32-B200-B96B09B392DE}"/>
    <dgm:cxn modelId="{6B818475-D961-4863-B56D-D8859F5677A5}" type="presOf" srcId="{E0BE7F8E-E950-48A3-92C9-371B5E3F5D18}" destId="{4C8FE8BD-722C-4D37-B85A-244F3987AC24}" srcOrd="0" destOrd="0" presId="urn:microsoft.com/office/officeart/2008/layout/RadialCluster"/>
    <dgm:cxn modelId="{BCD9C756-443C-4F7B-A4C0-9FDDC0469123}" srcId="{E0BE7F8E-E950-48A3-92C9-371B5E3F5D18}" destId="{BF9DF944-5AFA-437F-9054-BF6E70784BF9}" srcOrd="1" destOrd="0" parTransId="{C19FF10E-616C-468F-BB1A-0171966DDF85}" sibTransId="{74E91DD6-14EC-49E0-AE69-BA4CA67BB4CF}"/>
    <dgm:cxn modelId="{D24C6A95-754D-4CF9-9E7D-76C6DD96361D}" srcId="{2FC6D009-9034-4CAE-91F3-433518D95643}" destId="{E0BE7F8E-E950-48A3-92C9-371B5E3F5D18}" srcOrd="0" destOrd="0" parTransId="{1EA8AE7E-A53E-496F-A490-BA336C621F9A}" sibTransId="{33B00F49-B020-48AD-89E4-D038EA819E2E}"/>
    <dgm:cxn modelId="{012165AE-8597-40FD-B99F-252D0F909F61}" type="presOf" srcId="{57C498C5-CDBC-4C24-9556-92873A1B1F98}" destId="{205077F6-536B-460B-9D16-976F8A769037}" srcOrd="0" destOrd="0" presId="urn:microsoft.com/office/officeart/2008/layout/RadialCluster"/>
    <dgm:cxn modelId="{B066DFC4-8EA9-4E3A-ABA0-05611D891B98}" type="presOf" srcId="{148DF6A9-AF1C-4816-9EFD-2D82B1B832FD}" destId="{81783770-82EF-4031-A5F1-C99627AA24FF}" srcOrd="0" destOrd="0" presId="urn:microsoft.com/office/officeart/2008/layout/RadialCluster"/>
    <dgm:cxn modelId="{FEB14DE0-CFD2-41E0-9D26-F689AC5E5F52}" type="presOf" srcId="{2FC6D009-9034-4CAE-91F3-433518D95643}" destId="{E5DDEC54-889F-4A3D-BB84-CE88336E35C0}" srcOrd="0" destOrd="0" presId="urn:microsoft.com/office/officeart/2008/layout/RadialCluster"/>
    <dgm:cxn modelId="{BB5F921A-C951-429B-99E5-65880562DD1D}" type="presParOf" srcId="{E5DDEC54-889F-4A3D-BB84-CE88336E35C0}" destId="{59C40494-96AC-4203-8BDC-DDFFB2A4359B}" srcOrd="0" destOrd="0" presId="urn:microsoft.com/office/officeart/2008/layout/RadialCluster"/>
    <dgm:cxn modelId="{1D8401E5-6089-41C6-A619-E7519B4B5A75}" type="presParOf" srcId="{59C40494-96AC-4203-8BDC-DDFFB2A4359B}" destId="{4C8FE8BD-722C-4D37-B85A-244F3987AC24}" srcOrd="0" destOrd="0" presId="urn:microsoft.com/office/officeart/2008/layout/RadialCluster"/>
    <dgm:cxn modelId="{52599615-8739-4E34-9717-AFC61B19BFF4}" type="presParOf" srcId="{59C40494-96AC-4203-8BDC-DDFFB2A4359B}" destId="{81783770-82EF-4031-A5F1-C99627AA24FF}" srcOrd="1" destOrd="0" presId="urn:microsoft.com/office/officeart/2008/layout/RadialCluster"/>
    <dgm:cxn modelId="{E3C8BC31-58C8-4D54-8A94-EAE6BF84441F}" type="presParOf" srcId="{59C40494-96AC-4203-8BDC-DDFFB2A4359B}" destId="{B748C566-D653-4563-8066-51BC72DFC98D}" srcOrd="2" destOrd="0" presId="urn:microsoft.com/office/officeart/2008/layout/RadialCluster"/>
    <dgm:cxn modelId="{6873D7EB-86AE-4C6B-B7F9-49BC67C4C494}" type="presParOf" srcId="{59C40494-96AC-4203-8BDC-DDFFB2A4359B}" destId="{E26A1A73-D6F6-4695-9875-3CBC479BB3BB}" srcOrd="3" destOrd="0" presId="urn:microsoft.com/office/officeart/2008/layout/RadialCluster"/>
    <dgm:cxn modelId="{10EE6BF7-9635-4F0A-82B5-44C3A03A13B2}" type="presParOf" srcId="{59C40494-96AC-4203-8BDC-DDFFB2A4359B}" destId="{F5AF0E37-F732-4D64-991D-16DC9094EAF5}" srcOrd="4" destOrd="0" presId="urn:microsoft.com/office/officeart/2008/layout/RadialCluster"/>
    <dgm:cxn modelId="{F4BA1C15-AF52-4528-85DE-5790DE079A89}" type="presParOf" srcId="{59C40494-96AC-4203-8BDC-DDFFB2A4359B}" destId="{BFA5647D-4B53-40CB-983C-8A315A779980}" srcOrd="5" destOrd="0" presId="urn:microsoft.com/office/officeart/2008/layout/RadialCluster"/>
    <dgm:cxn modelId="{C1B84FA4-466D-464C-A187-5C9E9EFC74F3}" type="presParOf" srcId="{59C40494-96AC-4203-8BDC-DDFFB2A4359B}" destId="{2F6C4D83-FE46-4E3B-965D-1CDF729B1454}" srcOrd="6" destOrd="0" presId="urn:microsoft.com/office/officeart/2008/layout/RadialCluster"/>
    <dgm:cxn modelId="{C0A98A96-15E9-4196-8383-33061764879D}" type="presParOf" srcId="{59C40494-96AC-4203-8BDC-DDFFB2A4359B}" destId="{5FF96B04-851C-4DE8-AFFF-7DAE23045644}" srcOrd="7" destOrd="0" presId="urn:microsoft.com/office/officeart/2008/layout/RadialCluster"/>
    <dgm:cxn modelId="{E6D00A19-1B70-42B5-B4F9-36387F89C19C}" type="presParOf" srcId="{59C40494-96AC-4203-8BDC-DDFFB2A4359B}" destId="{205077F6-536B-460B-9D16-976F8A769037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C6D009-9034-4CAE-91F3-433518D95643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BE7F8E-E950-48A3-92C9-371B5E3F5D18}">
      <dgm:prSet phldrT="[Text]"/>
      <dgm:spPr/>
      <dgm:t>
        <a:bodyPr/>
        <a:lstStyle/>
        <a:p>
          <a:r>
            <a:rPr lang="fr-FR" dirty="0"/>
            <a:t>STM32 </a:t>
          </a:r>
          <a:r>
            <a:rPr lang="fr-FR" dirty="0" err="1"/>
            <a:t>Cryptography</a:t>
          </a:r>
          <a:r>
            <a:rPr lang="fr-FR" dirty="0"/>
            <a:t> </a:t>
          </a:r>
          <a:r>
            <a:rPr lang="fr-FR" dirty="0" err="1"/>
            <a:t>Peripherals</a:t>
          </a:r>
          <a:endParaRPr lang="en-US" dirty="0"/>
        </a:p>
      </dgm:t>
    </dgm:pt>
    <dgm:pt modelId="{1EA8AE7E-A53E-496F-A490-BA336C621F9A}" type="parTrans" cxnId="{D24C6A95-754D-4CF9-9E7D-76C6DD96361D}">
      <dgm:prSet/>
      <dgm:spPr/>
      <dgm:t>
        <a:bodyPr/>
        <a:lstStyle/>
        <a:p>
          <a:endParaRPr lang="en-US"/>
        </a:p>
      </dgm:t>
    </dgm:pt>
    <dgm:pt modelId="{33B00F49-B020-48AD-89E4-D038EA819E2E}" type="sibTrans" cxnId="{D24C6A95-754D-4CF9-9E7D-76C6DD96361D}">
      <dgm:prSet/>
      <dgm:spPr/>
      <dgm:t>
        <a:bodyPr/>
        <a:lstStyle/>
        <a:p>
          <a:endParaRPr lang="en-US"/>
        </a:p>
      </dgm:t>
    </dgm:pt>
    <dgm:pt modelId="{53E657DA-FBC4-4029-A303-36543233C56D}">
      <dgm:prSet phldrT="[Text]"/>
      <dgm:spPr/>
      <dgm:t>
        <a:bodyPr/>
        <a:lstStyle/>
        <a:p>
          <a:r>
            <a:rPr lang="fr-FR" dirty="0"/>
            <a:t>Advanced </a:t>
          </a:r>
          <a:r>
            <a:rPr lang="fr-FR" dirty="0" err="1"/>
            <a:t>Encryption</a:t>
          </a:r>
          <a:r>
            <a:rPr lang="fr-FR" dirty="0"/>
            <a:t> Standard (AES)</a:t>
          </a:r>
          <a:endParaRPr lang="en-US" dirty="0"/>
        </a:p>
      </dgm:t>
    </dgm:pt>
    <dgm:pt modelId="{148DF6A9-AF1C-4816-9EFD-2D82B1B832FD}" type="parTrans" cxnId="{1FB18D74-B8F2-409E-9498-A33A5D05C612}">
      <dgm:prSet/>
      <dgm:spPr/>
      <dgm:t>
        <a:bodyPr/>
        <a:lstStyle/>
        <a:p>
          <a:endParaRPr lang="en-US"/>
        </a:p>
      </dgm:t>
    </dgm:pt>
    <dgm:pt modelId="{B58FEB4B-23A9-4F32-B200-B96B09B392DE}" type="sibTrans" cxnId="{1FB18D74-B8F2-409E-9498-A33A5D05C612}">
      <dgm:prSet/>
      <dgm:spPr/>
      <dgm:t>
        <a:bodyPr/>
        <a:lstStyle/>
        <a:p>
          <a:endParaRPr lang="en-US"/>
        </a:p>
      </dgm:t>
    </dgm:pt>
    <dgm:pt modelId="{BF9DF944-5AFA-437F-9054-BF6E70784BF9}">
      <dgm:prSet phldrT="[Text]"/>
      <dgm:spPr/>
      <dgm:t>
        <a:bodyPr/>
        <a:lstStyle/>
        <a:p>
          <a:r>
            <a:rPr lang="fr-FR" dirty="0"/>
            <a:t>Public Key Accelerator (PKA)</a:t>
          </a:r>
          <a:endParaRPr lang="en-US" dirty="0"/>
        </a:p>
      </dgm:t>
    </dgm:pt>
    <dgm:pt modelId="{C19FF10E-616C-468F-BB1A-0171966DDF85}" type="parTrans" cxnId="{BCD9C756-443C-4F7B-A4C0-9FDDC0469123}">
      <dgm:prSet/>
      <dgm:spPr/>
      <dgm:t>
        <a:bodyPr/>
        <a:lstStyle/>
        <a:p>
          <a:endParaRPr lang="en-US"/>
        </a:p>
      </dgm:t>
    </dgm:pt>
    <dgm:pt modelId="{74E91DD6-14EC-49E0-AE69-BA4CA67BB4CF}" type="sibTrans" cxnId="{BCD9C756-443C-4F7B-A4C0-9FDDC0469123}">
      <dgm:prSet/>
      <dgm:spPr/>
      <dgm:t>
        <a:bodyPr/>
        <a:lstStyle/>
        <a:p>
          <a:endParaRPr lang="en-US"/>
        </a:p>
      </dgm:t>
    </dgm:pt>
    <dgm:pt modelId="{C43BA9A5-716A-4C35-AB6D-DDC8A298B0B2}">
      <dgm:prSet phldrT="[Text]"/>
      <dgm:spPr/>
      <dgm:t>
        <a:bodyPr/>
        <a:lstStyle/>
        <a:p>
          <a:r>
            <a:rPr lang="fr-FR" dirty="0"/>
            <a:t>Secure Advanced </a:t>
          </a:r>
          <a:r>
            <a:rPr lang="fr-FR" dirty="0" err="1"/>
            <a:t>Encryption</a:t>
          </a:r>
          <a:r>
            <a:rPr lang="fr-FR" dirty="0"/>
            <a:t> Standard (SAES)</a:t>
          </a:r>
          <a:endParaRPr lang="en-US" dirty="0"/>
        </a:p>
      </dgm:t>
    </dgm:pt>
    <dgm:pt modelId="{89F64B9E-E3C9-406E-AECA-B235127059A1}" type="parTrans" cxnId="{2B39F765-7C5D-4DD9-AF3C-BF3ED80DD351}">
      <dgm:prSet/>
      <dgm:spPr/>
      <dgm:t>
        <a:bodyPr/>
        <a:lstStyle/>
        <a:p>
          <a:endParaRPr lang="en-US"/>
        </a:p>
      </dgm:t>
    </dgm:pt>
    <dgm:pt modelId="{5D5174BD-803F-4FAC-A60B-717A9DBB6F46}" type="sibTrans" cxnId="{2B39F765-7C5D-4DD9-AF3C-BF3ED80DD351}">
      <dgm:prSet/>
      <dgm:spPr/>
      <dgm:t>
        <a:bodyPr/>
        <a:lstStyle/>
        <a:p>
          <a:endParaRPr lang="en-US"/>
        </a:p>
      </dgm:t>
    </dgm:pt>
    <dgm:pt modelId="{57C498C5-CDBC-4C24-9556-92873A1B1F98}">
      <dgm:prSet phldrT="[Text]"/>
      <dgm:spPr/>
      <dgm:t>
        <a:bodyPr/>
        <a:lstStyle/>
        <a:p>
          <a:r>
            <a:rPr lang="fr-FR" dirty="0" err="1"/>
            <a:t>Random</a:t>
          </a:r>
          <a:r>
            <a:rPr lang="fr-FR" dirty="0"/>
            <a:t> </a:t>
          </a:r>
          <a:r>
            <a:rPr lang="fr-FR" dirty="0" err="1"/>
            <a:t>Number</a:t>
          </a:r>
          <a:r>
            <a:rPr lang="fr-FR" dirty="0"/>
            <a:t> </a:t>
          </a:r>
          <a:r>
            <a:rPr lang="fr-FR" dirty="0" err="1"/>
            <a:t>Generator</a:t>
          </a:r>
          <a:r>
            <a:rPr lang="fr-FR" dirty="0"/>
            <a:t> ( RNG)</a:t>
          </a:r>
          <a:endParaRPr lang="en-US" dirty="0"/>
        </a:p>
      </dgm:t>
    </dgm:pt>
    <dgm:pt modelId="{38CE7F65-6401-427C-9414-99EBFB77FC87}" type="parTrans" cxnId="{84E7CD5D-EDAA-4F8B-9646-FAD4EB50BC24}">
      <dgm:prSet/>
      <dgm:spPr/>
      <dgm:t>
        <a:bodyPr/>
        <a:lstStyle/>
        <a:p>
          <a:endParaRPr lang="en-US"/>
        </a:p>
      </dgm:t>
    </dgm:pt>
    <dgm:pt modelId="{09614079-786D-4CA4-9DCB-8DE7DF95E990}" type="sibTrans" cxnId="{84E7CD5D-EDAA-4F8B-9646-FAD4EB50BC24}">
      <dgm:prSet/>
      <dgm:spPr/>
      <dgm:t>
        <a:bodyPr/>
        <a:lstStyle/>
        <a:p>
          <a:endParaRPr lang="en-US"/>
        </a:p>
      </dgm:t>
    </dgm:pt>
    <dgm:pt modelId="{6B42BD23-C565-483B-8297-AA96FDEFE154}">
      <dgm:prSet phldrT="[Text]"/>
      <dgm:spPr>
        <a:solidFill>
          <a:schemeClr val="accent2"/>
        </a:solidFill>
      </dgm:spPr>
      <dgm:t>
        <a:bodyPr/>
        <a:lstStyle/>
        <a:p>
          <a:r>
            <a:rPr lang="fr-FR" dirty="0" err="1"/>
            <a:t>Coupling</a:t>
          </a:r>
          <a:r>
            <a:rPr lang="fr-FR" dirty="0"/>
            <a:t> and </a:t>
          </a:r>
          <a:r>
            <a:rPr lang="fr-FR" dirty="0" err="1"/>
            <a:t>Chaining</a:t>
          </a:r>
          <a:r>
            <a:rPr lang="fr-FR" dirty="0"/>
            <a:t> Bridge (CCB)</a:t>
          </a:r>
          <a:endParaRPr lang="en-US" dirty="0"/>
        </a:p>
      </dgm:t>
    </dgm:pt>
    <dgm:pt modelId="{26256800-3584-43F7-B922-CC37EC026EF1}" type="parTrans" cxnId="{B4CE7CD2-7AAF-4803-9FCF-C0489D48E325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7108712E-046B-4EA5-B649-24594AA9DF65}" type="sibTrans" cxnId="{B4CE7CD2-7AAF-4803-9FCF-C0489D48E325}">
      <dgm:prSet/>
      <dgm:spPr/>
      <dgm:t>
        <a:bodyPr/>
        <a:lstStyle/>
        <a:p>
          <a:endParaRPr lang="en-US"/>
        </a:p>
      </dgm:t>
    </dgm:pt>
    <dgm:pt modelId="{E5DDEC54-889F-4A3D-BB84-CE88336E35C0}" type="pres">
      <dgm:prSet presAssocID="{2FC6D009-9034-4CAE-91F3-433518D956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59C40494-96AC-4203-8BDC-DDFFB2A4359B}" type="pres">
      <dgm:prSet presAssocID="{E0BE7F8E-E950-48A3-92C9-371B5E3F5D18}" presName="singleCycle" presStyleCnt="0"/>
      <dgm:spPr/>
    </dgm:pt>
    <dgm:pt modelId="{4C8FE8BD-722C-4D37-B85A-244F3987AC24}" type="pres">
      <dgm:prSet presAssocID="{E0BE7F8E-E950-48A3-92C9-371B5E3F5D18}" presName="singleCenter" presStyleLbl="node1" presStyleIdx="0" presStyleCnt="6">
        <dgm:presLayoutVars>
          <dgm:chMax val="7"/>
          <dgm:chPref val="7"/>
        </dgm:presLayoutVars>
      </dgm:prSet>
      <dgm:spPr/>
    </dgm:pt>
    <dgm:pt modelId="{81783770-82EF-4031-A5F1-C99627AA24FF}" type="pres">
      <dgm:prSet presAssocID="{148DF6A9-AF1C-4816-9EFD-2D82B1B832FD}" presName="Name56" presStyleLbl="parChTrans1D2" presStyleIdx="0" presStyleCnt="5"/>
      <dgm:spPr/>
    </dgm:pt>
    <dgm:pt modelId="{B748C566-D653-4563-8066-51BC72DFC98D}" type="pres">
      <dgm:prSet presAssocID="{53E657DA-FBC4-4029-A303-36543233C56D}" presName="text0" presStyleLbl="node1" presStyleIdx="1" presStyleCnt="6">
        <dgm:presLayoutVars>
          <dgm:bulletEnabled val="1"/>
        </dgm:presLayoutVars>
      </dgm:prSet>
      <dgm:spPr/>
    </dgm:pt>
    <dgm:pt modelId="{E26A1A73-D6F6-4695-9875-3CBC479BB3BB}" type="pres">
      <dgm:prSet presAssocID="{C19FF10E-616C-468F-BB1A-0171966DDF85}" presName="Name56" presStyleLbl="parChTrans1D2" presStyleIdx="1" presStyleCnt="5"/>
      <dgm:spPr/>
    </dgm:pt>
    <dgm:pt modelId="{F5AF0E37-F732-4D64-991D-16DC9094EAF5}" type="pres">
      <dgm:prSet presAssocID="{BF9DF944-5AFA-437F-9054-BF6E70784BF9}" presName="text0" presStyleLbl="node1" presStyleIdx="2" presStyleCnt="6">
        <dgm:presLayoutVars>
          <dgm:bulletEnabled val="1"/>
        </dgm:presLayoutVars>
      </dgm:prSet>
      <dgm:spPr/>
    </dgm:pt>
    <dgm:pt modelId="{BFA5647D-4B53-40CB-983C-8A315A779980}" type="pres">
      <dgm:prSet presAssocID="{89F64B9E-E3C9-406E-AECA-B235127059A1}" presName="Name56" presStyleLbl="parChTrans1D2" presStyleIdx="2" presStyleCnt="5"/>
      <dgm:spPr/>
    </dgm:pt>
    <dgm:pt modelId="{2F6C4D83-FE46-4E3B-965D-1CDF729B1454}" type="pres">
      <dgm:prSet presAssocID="{C43BA9A5-716A-4C35-AB6D-DDC8A298B0B2}" presName="text0" presStyleLbl="node1" presStyleIdx="3" presStyleCnt="6">
        <dgm:presLayoutVars>
          <dgm:bulletEnabled val="1"/>
        </dgm:presLayoutVars>
      </dgm:prSet>
      <dgm:spPr/>
    </dgm:pt>
    <dgm:pt modelId="{5FF96B04-851C-4DE8-AFFF-7DAE23045644}" type="pres">
      <dgm:prSet presAssocID="{38CE7F65-6401-427C-9414-99EBFB77FC87}" presName="Name56" presStyleLbl="parChTrans1D2" presStyleIdx="3" presStyleCnt="5"/>
      <dgm:spPr/>
    </dgm:pt>
    <dgm:pt modelId="{205077F6-536B-460B-9D16-976F8A769037}" type="pres">
      <dgm:prSet presAssocID="{57C498C5-CDBC-4C24-9556-92873A1B1F98}" presName="text0" presStyleLbl="node1" presStyleIdx="4" presStyleCnt="6">
        <dgm:presLayoutVars>
          <dgm:bulletEnabled val="1"/>
        </dgm:presLayoutVars>
      </dgm:prSet>
      <dgm:spPr/>
    </dgm:pt>
    <dgm:pt modelId="{E1066E93-7092-41A2-BAFF-01A3ADB2E9B6}" type="pres">
      <dgm:prSet presAssocID="{26256800-3584-43F7-B922-CC37EC026EF1}" presName="Name56" presStyleLbl="parChTrans1D2" presStyleIdx="4" presStyleCnt="5"/>
      <dgm:spPr/>
    </dgm:pt>
    <dgm:pt modelId="{CE2882D8-4FC8-40D9-9A96-BCFBEA20E6BD}" type="pres">
      <dgm:prSet presAssocID="{6B42BD23-C565-483B-8297-AA96FDEFE154}" presName="text0" presStyleLbl="node1" presStyleIdx="5" presStyleCnt="6" custScaleX="116682" custScaleY="108137" custRadScaleRad="98668" custRadScaleInc="699">
        <dgm:presLayoutVars>
          <dgm:bulletEnabled val="1"/>
        </dgm:presLayoutVars>
      </dgm:prSet>
      <dgm:spPr/>
    </dgm:pt>
  </dgm:ptLst>
  <dgm:cxnLst>
    <dgm:cxn modelId="{F26F3B27-09A5-403B-994D-A82C85C770BB}" type="presOf" srcId="{53E657DA-FBC4-4029-A303-36543233C56D}" destId="{B748C566-D653-4563-8066-51BC72DFC98D}" srcOrd="0" destOrd="0" presId="urn:microsoft.com/office/officeart/2008/layout/RadialCluster"/>
    <dgm:cxn modelId="{E982E040-A5FF-4044-A13B-BCCA9326581D}" type="presOf" srcId="{BF9DF944-5AFA-437F-9054-BF6E70784BF9}" destId="{F5AF0E37-F732-4D64-991D-16DC9094EAF5}" srcOrd="0" destOrd="0" presId="urn:microsoft.com/office/officeart/2008/layout/RadialCluster"/>
    <dgm:cxn modelId="{84E7CD5D-EDAA-4F8B-9646-FAD4EB50BC24}" srcId="{E0BE7F8E-E950-48A3-92C9-371B5E3F5D18}" destId="{57C498C5-CDBC-4C24-9556-92873A1B1F98}" srcOrd="3" destOrd="0" parTransId="{38CE7F65-6401-427C-9414-99EBFB77FC87}" sibTransId="{09614079-786D-4CA4-9DCB-8DE7DF95E990}"/>
    <dgm:cxn modelId="{D147D45E-42A9-4A6E-84A8-EB26C958B84B}" type="presOf" srcId="{38CE7F65-6401-427C-9414-99EBFB77FC87}" destId="{5FF96B04-851C-4DE8-AFFF-7DAE23045644}" srcOrd="0" destOrd="0" presId="urn:microsoft.com/office/officeart/2008/layout/RadialCluster"/>
    <dgm:cxn modelId="{2B39F765-7C5D-4DD9-AF3C-BF3ED80DD351}" srcId="{E0BE7F8E-E950-48A3-92C9-371B5E3F5D18}" destId="{C43BA9A5-716A-4C35-AB6D-DDC8A298B0B2}" srcOrd="2" destOrd="0" parTransId="{89F64B9E-E3C9-406E-AECA-B235127059A1}" sibTransId="{5D5174BD-803F-4FAC-A60B-717A9DBB6F46}"/>
    <dgm:cxn modelId="{F9906B47-97C5-4BBB-83EB-28D0620C15DA}" type="presOf" srcId="{C19FF10E-616C-468F-BB1A-0171966DDF85}" destId="{E26A1A73-D6F6-4695-9875-3CBC479BB3BB}" srcOrd="0" destOrd="0" presId="urn:microsoft.com/office/officeart/2008/layout/RadialCluster"/>
    <dgm:cxn modelId="{D242F56A-89FE-4F52-9D33-5AA63671BBF7}" type="presOf" srcId="{6B42BD23-C565-483B-8297-AA96FDEFE154}" destId="{CE2882D8-4FC8-40D9-9A96-BCFBEA20E6BD}" srcOrd="0" destOrd="0" presId="urn:microsoft.com/office/officeart/2008/layout/RadialCluster"/>
    <dgm:cxn modelId="{164A124C-A1D6-41EC-8187-783DE458F5FE}" type="presOf" srcId="{C43BA9A5-716A-4C35-AB6D-DDC8A298B0B2}" destId="{2F6C4D83-FE46-4E3B-965D-1CDF729B1454}" srcOrd="0" destOrd="0" presId="urn:microsoft.com/office/officeart/2008/layout/RadialCluster"/>
    <dgm:cxn modelId="{B80E0674-A196-4BC5-8A13-D8A8F566E84E}" type="presOf" srcId="{89F64B9E-E3C9-406E-AECA-B235127059A1}" destId="{BFA5647D-4B53-40CB-983C-8A315A779980}" srcOrd="0" destOrd="0" presId="urn:microsoft.com/office/officeart/2008/layout/RadialCluster"/>
    <dgm:cxn modelId="{1FB18D74-B8F2-409E-9498-A33A5D05C612}" srcId="{E0BE7F8E-E950-48A3-92C9-371B5E3F5D18}" destId="{53E657DA-FBC4-4029-A303-36543233C56D}" srcOrd="0" destOrd="0" parTransId="{148DF6A9-AF1C-4816-9EFD-2D82B1B832FD}" sibTransId="{B58FEB4B-23A9-4F32-B200-B96B09B392DE}"/>
    <dgm:cxn modelId="{6B818475-D961-4863-B56D-D8859F5677A5}" type="presOf" srcId="{E0BE7F8E-E950-48A3-92C9-371B5E3F5D18}" destId="{4C8FE8BD-722C-4D37-B85A-244F3987AC24}" srcOrd="0" destOrd="0" presId="urn:microsoft.com/office/officeart/2008/layout/RadialCluster"/>
    <dgm:cxn modelId="{BCD9C756-443C-4F7B-A4C0-9FDDC0469123}" srcId="{E0BE7F8E-E950-48A3-92C9-371B5E3F5D18}" destId="{BF9DF944-5AFA-437F-9054-BF6E70784BF9}" srcOrd="1" destOrd="0" parTransId="{C19FF10E-616C-468F-BB1A-0171966DDF85}" sibTransId="{74E91DD6-14EC-49E0-AE69-BA4CA67BB4CF}"/>
    <dgm:cxn modelId="{D24C6A95-754D-4CF9-9E7D-76C6DD96361D}" srcId="{2FC6D009-9034-4CAE-91F3-433518D95643}" destId="{E0BE7F8E-E950-48A3-92C9-371B5E3F5D18}" srcOrd="0" destOrd="0" parTransId="{1EA8AE7E-A53E-496F-A490-BA336C621F9A}" sibTransId="{33B00F49-B020-48AD-89E4-D038EA819E2E}"/>
    <dgm:cxn modelId="{012165AE-8597-40FD-B99F-252D0F909F61}" type="presOf" srcId="{57C498C5-CDBC-4C24-9556-92873A1B1F98}" destId="{205077F6-536B-460B-9D16-976F8A769037}" srcOrd="0" destOrd="0" presId="urn:microsoft.com/office/officeart/2008/layout/RadialCluster"/>
    <dgm:cxn modelId="{B066DFC4-8EA9-4E3A-ABA0-05611D891B98}" type="presOf" srcId="{148DF6A9-AF1C-4816-9EFD-2D82B1B832FD}" destId="{81783770-82EF-4031-A5F1-C99627AA24FF}" srcOrd="0" destOrd="0" presId="urn:microsoft.com/office/officeart/2008/layout/RadialCluster"/>
    <dgm:cxn modelId="{B4CE7CD2-7AAF-4803-9FCF-C0489D48E325}" srcId="{E0BE7F8E-E950-48A3-92C9-371B5E3F5D18}" destId="{6B42BD23-C565-483B-8297-AA96FDEFE154}" srcOrd="4" destOrd="0" parTransId="{26256800-3584-43F7-B922-CC37EC026EF1}" sibTransId="{7108712E-046B-4EA5-B649-24594AA9DF65}"/>
    <dgm:cxn modelId="{FEB14DE0-CFD2-41E0-9D26-F689AC5E5F52}" type="presOf" srcId="{2FC6D009-9034-4CAE-91F3-433518D95643}" destId="{E5DDEC54-889F-4A3D-BB84-CE88336E35C0}" srcOrd="0" destOrd="0" presId="urn:microsoft.com/office/officeart/2008/layout/RadialCluster"/>
    <dgm:cxn modelId="{F94D23E9-AB1D-4ABD-BA16-02B83687C9D2}" type="presOf" srcId="{26256800-3584-43F7-B922-CC37EC026EF1}" destId="{E1066E93-7092-41A2-BAFF-01A3ADB2E9B6}" srcOrd="0" destOrd="0" presId="urn:microsoft.com/office/officeart/2008/layout/RadialCluster"/>
    <dgm:cxn modelId="{BB5F921A-C951-429B-99E5-65880562DD1D}" type="presParOf" srcId="{E5DDEC54-889F-4A3D-BB84-CE88336E35C0}" destId="{59C40494-96AC-4203-8BDC-DDFFB2A4359B}" srcOrd="0" destOrd="0" presId="urn:microsoft.com/office/officeart/2008/layout/RadialCluster"/>
    <dgm:cxn modelId="{1D8401E5-6089-41C6-A619-E7519B4B5A75}" type="presParOf" srcId="{59C40494-96AC-4203-8BDC-DDFFB2A4359B}" destId="{4C8FE8BD-722C-4D37-B85A-244F3987AC24}" srcOrd="0" destOrd="0" presId="urn:microsoft.com/office/officeart/2008/layout/RadialCluster"/>
    <dgm:cxn modelId="{52599615-8739-4E34-9717-AFC61B19BFF4}" type="presParOf" srcId="{59C40494-96AC-4203-8BDC-DDFFB2A4359B}" destId="{81783770-82EF-4031-A5F1-C99627AA24FF}" srcOrd="1" destOrd="0" presId="urn:microsoft.com/office/officeart/2008/layout/RadialCluster"/>
    <dgm:cxn modelId="{E3C8BC31-58C8-4D54-8A94-EAE6BF84441F}" type="presParOf" srcId="{59C40494-96AC-4203-8BDC-DDFFB2A4359B}" destId="{B748C566-D653-4563-8066-51BC72DFC98D}" srcOrd="2" destOrd="0" presId="urn:microsoft.com/office/officeart/2008/layout/RadialCluster"/>
    <dgm:cxn modelId="{6873D7EB-86AE-4C6B-B7F9-49BC67C4C494}" type="presParOf" srcId="{59C40494-96AC-4203-8BDC-DDFFB2A4359B}" destId="{E26A1A73-D6F6-4695-9875-3CBC479BB3BB}" srcOrd="3" destOrd="0" presId="urn:microsoft.com/office/officeart/2008/layout/RadialCluster"/>
    <dgm:cxn modelId="{10EE6BF7-9635-4F0A-82B5-44C3A03A13B2}" type="presParOf" srcId="{59C40494-96AC-4203-8BDC-DDFFB2A4359B}" destId="{F5AF0E37-F732-4D64-991D-16DC9094EAF5}" srcOrd="4" destOrd="0" presId="urn:microsoft.com/office/officeart/2008/layout/RadialCluster"/>
    <dgm:cxn modelId="{F4BA1C15-AF52-4528-85DE-5790DE079A89}" type="presParOf" srcId="{59C40494-96AC-4203-8BDC-DDFFB2A4359B}" destId="{BFA5647D-4B53-40CB-983C-8A315A779980}" srcOrd="5" destOrd="0" presId="urn:microsoft.com/office/officeart/2008/layout/RadialCluster"/>
    <dgm:cxn modelId="{C1B84FA4-466D-464C-A187-5C9E9EFC74F3}" type="presParOf" srcId="{59C40494-96AC-4203-8BDC-DDFFB2A4359B}" destId="{2F6C4D83-FE46-4E3B-965D-1CDF729B1454}" srcOrd="6" destOrd="0" presId="urn:microsoft.com/office/officeart/2008/layout/RadialCluster"/>
    <dgm:cxn modelId="{C0A98A96-15E9-4196-8383-33061764879D}" type="presParOf" srcId="{59C40494-96AC-4203-8BDC-DDFFB2A4359B}" destId="{5FF96B04-851C-4DE8-AFFF-7DAE23045644}" srcOrd="7" destOrd="0" presId="urn:microsoft.com/office/officeart/2008/layout/RadialCluster"/>
    <dgm:cxn modelId="{E6D00A19-1B70-42B5-B4F9-36387F89C19C}" type="presParOf" srcId="{59C40494-96AC-4203-8BDC-DDFFB2A4359B}" destId="{205077F6-536B-460B-9D16-976F8A769037}" srcOrd="8" destOrd="0" presId="urn:microsoft.com/office/officeart/2008/layout/RadialCluster"/>
    <dgm:cxn modelId="{609B9C5E-16D7-448D-BAFE-6D7A33DCC31E}" type="presParOf" srcId="{59C40494-96AC-4203-8BDC-DDFFB2A4359B}" destId="{E1066E93-7092-41A2-BAFF-01A3ADB2E9B6}" srcOrd="9" destOrd="0" presId="urn:microsoft.com/office/officeart/2008/layout/RadialCluster"/>
    <dgm:cxn modelId="{15DCFE4E-ED42-4853-86D4-D09C0625563F}" type="presParOf" srcId="{59C40494-96AC-4203-8BDC-DDFFB2A4359B}" destId="{CE2882D8-4FC8-40D9-9A96-BCFBEA20E6BD}" srcOrd="1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C6D009-9034-4CAE-91F3-433518D95643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BE7F8E-E950-48A3-92C9-371B5E3F5D18}">
      <dgm:prSet phldrT="[Text]"/>
      <dgm:spPr/>
      <dgm:t>
        <a:bodyPr/>
        <a:lstStyle/>
        <a:p>
          <a:r>
            <a:rPr lang="fr-FR" dirty="0"/>
            <a:t>STM32 </a:t>
          </a:r>
          <a:r>
            <a:rPr lang="fr-FR" dirty="0" err="1"/>
            <a:t>Cryptography</a:t>
          </a:r>
          <a:r>
            <a:rPr lang="fr-FR" dirty="0"/>
            <a:t> </a:t>
          </a:r>
          <a:r>
            <a:rPr lang="fr-FR" dirty="0" err="1"/>
            <a:t>Peripherals</a:t>
          </a:r>
          <a:endParaRPr lang="en-US" dirty="0"/>
        </a:p>
      </dgm:t>
    </dgm:pt>
    <dgm:pt modelId="{1EA8AE7E-A53E-496F-A490-BA336C621F9A}" type="parTrans" cxnId="{D24C6A95-754D-4CF9-9E7D-76C6DD96361D}">
      <dgm:prSet/>
      <dgm:spPr/>
      <dgm:t>
        <a:bodyPr/>
        <a:lstStyle/>
        <a:p>
          <a:endParaRPr lang="en-US"/>
        </a:p>
      </dgm:t>
    </dgm:pt>
    <dgm:pt modelId="{33B00F49-B020-48AD-89E4-D038EA819E2E}" type="sibTrans" cxnId="{D24C6A95-754D-4CF9-9E7D-76C6DD96361D}">
      <dgm:prSet/>
      <dgm:spPr/>
      <dgm:t>
        <a:bodyPr/>
        <a:lstStyle/>
        <a:p>
          <a:endParaRPr lang="en-US"/>
        </a:p>
      </dgm:t>
    </dgm:pt>
    <dgm:pt modelId="{53E657DA-FBC4-4029-A303-36543233C56D}">
      <dgm:prSet phldrT="[Text]"/>
      <dgm:spPr/>
      <dgm:t>
        <a:bodyPr/>
        <a:lstStyle/>
        <a:p>
          <a:r>
            <a:rPr lang="fr-FR" dirty="0"/>
            <a:t>Advanced </a:t>
          </a:r>
          <a:r>
            <a:rPr lang="fr-FR" dirty="0" err="1"/>
            <a:t>Encryption</a:t>
          </a:r>
          <a:r>
            <a:rPr lang="fr-FR" dirty="0"/>
            <a:t> Standard (AES)</a:t>
          </a:r>
          <a:endParaRPr lang="en-US" dirty="0"/>
        </a:p>
      </dgm:t>
    </dgm:pt>
    <dgm:pt modelId="{148DF6A9-AF1C-4816-9EFD-2D82B1B832FD}" type="parTrans" cxnId="{1FB18D74-B8F2-409E-9498-A33A5D05C612}">
      <dgm:prSet/>
      <dgm:spPr/>
      <dgm:t>
        <a:bodyPr/>
        <a:lstStyle/>
        <a:p>
          <a:endParaRPr lang="en-US"/>
        </a:p>
      </dgm:t>
    </dgm:pt>
    <dgm:pt modelId="{B58FEB4B-23A9-4F32-B200-B96B09B392DE}" type="sibTrans" cxnId="{1FB18D74-B8F2-409E-9498-A33A5D05C612}">
      <dgm:prSet/>
      <dgm:spPr/>
      <dgm:t>
        <a:bodyPr/>
        <a:lstStyle/>
        <a:p>
          <a:endParaRPr lang="en-US"/>
        </a:p>
      </dgm:t>
    </dgm:pt>
    <dgm:pt modelId="{BF9DF944-5AFA-437F-9054-BF6E70784BF9}">
      <dgm:prSet phldrT="[Text]"/>
      <dgm:spPr/>
      <dgm:t>
        <a:bodyPr/>
        <a:lstStyle/>
        <a:p>
          <a:r>
            <a:rPr lang="fr-FR" dirty="0"/>
            <a:t>Public Key Accelerator (PKA)</a:t>
          </a:r>
          <a:endParaRPr lang="en-US" dirty="0"/>
        </a:p>
      </dgm:t>
    </dgm:pt>
    <dgm:pt modelId="{C19FF10E-616C-468F-BB1A-0171966DDF85}" type="parTrans" cxnId="{BCD9C756-443C-4F7B-A4C0-9FDDC0469123}">
      <dgm:prSet/>
      <dgm:spPr/>
      <dgm:t>
        <a:bodyPr/>
        <a:lstStyle/>
        <a:p>
          <a:endParaRPr lang="en-US"/>
        </a:p>
      </dgm:t>
    </dgm:pt>
    <dgm:pt modelId="{74E91DD6-14EC-49E0-AE69-BA4CA67BB4CF}" type="sibTrans" cxnId="{BCD9C756-443C-4F7B-A4C0-9FDDC0469123}">
      <dgm:prSet/>
      <dgm:spPr/>
      <dgm:t>
        <a:bodyPr/>
        <a:lstStyle/>
        <a:p>
          <a:endParaRPr lang="en-US"/>
        </a:p>
      </dgm:t>
    </dgm:pt>
    <dgm:pt modelId="{C43BA9A5-716A-4C35-AB6D-DDC8A298B0B2}">
      <dgm:prSet phldrT="[Text]"/>
      <dgm:spPr/>
      <dgm:t>
        <a:bodyPr/>
        <a:lstStyle/>
        <a:p>
          <a:r>
            <a:rPr lang="fr-FR" dirty="0"/>
            <a:t>Secure Advanced </a:t>
          </a:r>
          <a:r>
            <a:rPr lang="fr-FR" dirty="0" err="1"/>
            <a:t>Encryption</a:t>
          </a:r>
          <a:r>
            <a:rPr lang="fr-FR" dirty="0"/>
            <a:t> Standard (SAES)</a:t>
          </a:r>
          <a:endParaRPr lang="en-US" dirty="0"/>
        </a:p>
      </dgm:t>
    </dgm:pt>
    <dgm:pt modelId="{89F64B9E-E3C9-406E-AECA-B235127059A1}" type="parTrans" cxnId="{2B39F765-7C5D-4DD9-AF3C-BF3ED80DD351}">
      <dgm:prSet/>
      <dgm:spPr/>
      <dgm:t>
        <a:bodyPr/>
        <a:lstStyle/>
        <a:p>
          <a:endParaRPr lang="en-US"/>
        </a:p>
      </dgm:t>
    </dgm:pt>
    <dgm:pt modelId="{5D5174BD-803F-4FAC-A60B-717A9DBB6F46}" type="sibTrans" cxnId="{2B39F765-7C5D-4DD9-AF3C-BF3ED80DD351}">
      <dgm:prSet/>
      <dgm:spPr/>
      <dgm:t>
        <a:bodyPr/>
        <a:lstStyle/>
        <a:p>
          <a:endParaRPr lang="en-US"/>
        </a:p>
      </dgm:t>
    </dgm:pt>
    <dgm:pt modelId="{57C498C5-CDBC-4C24-9556-92873A1B1F98}">
      <dgm:prSet phldrT="[Text]"/>
      <dgm:spPr/>
      <dgm:t>
        <a:bodyPr/>
        <a:lstStyle/>
        <a:p>
          <a:r>
            <a:rPr lang="fr-FR" dirty="0" err="1"/>
            <a:t>Random</a:t>
          </a:r>
          <a:r>
            <a:rPr lang="fr-FR" dirty="0"/>
            <a:t> </a:t>
          </a:r>
          <a:r>
            <a:rPr lang="fr-FR" dirty="0" err="1"/>
            <a:t>Number</a:t>
          </a:r>
          <a:r>
            <a:rPr lang="fr-FR" dirty="0"/>
            <a:t> </a:t>
          </a:r>
          <a:r>
            <a:rPr lang="fr-FR" dirty="0" err="1"/>
            <a:t>Generator</a:t>
          </a:r>
          <a:r>
            <a:rPr lang="fr-FR" dirty="0"/>
            <a:t> ( RNG)</a:t>
          </a:r>
          <a:endParaRPr lang="en-US" dirty="0"/>
        </a:p>
      </dgm:t>
    </dgm:pt>
    <dgm:pt modelId="{38CE7F65-6401-427C-9414-99EBFB77FC87}" type="parTrans" cxnId="{84E7CD5D-EDAA-4F8B-9646-FAD4EB50BC24}">
      <dgm:prSet/>
      <dgm:spPr/>
      <dgm:t>
        <a:bodyPr/>
        <a:lstStyle/>
        <a:p>
          <a:endParaRPr lang="en-US"/>
        </a:p>
      </dgm:t>
    </dgm:pt>
    <dgm:pt modelId="{09614079-786D-4CA4-9DCB-8DE7DF95E990}" type="sibTrans" cxnId="{84E7CD5D-EDAA-4F8B-9646-FAD4EB50BC24}">
      <dgm:prSet/>
      <dgm:spPr/>
      <dgm:t>
        <a:bodyPr/>
        <a:lstStyle/>
        <a:p>
          <a:endParaRPr lang="en-US"/>
        </a:p>
      </dgm:t>
    </dgm:pt>
    <dgm:pt modelId="{6B42BD23-C565-483B-8297-AA96FDEFE154}">
      <dgm:prSet phldrT="[Text]"/>
      <dgm:spPr>
        <a:solidFill>
          <a:schemeClr val="accent2"/>
        </a:solidFill>
      </dgm:spPr>
      <dgm:t>
        <a:bodyPr/>
        <a:lstStyle/>
        <a:p>
          <a:r>
            <a:rPr lang="fr-FR" dirty="0" err="1"/>
            <a:t>Coupling</a:t>
          </a:r>
          <a:r>
            <a:rPr lang="fr-FR" dirty="0"/>
            <a:t> and </a:t>
          </a:r>
          <a:r>
            <a:rPr lang="fr-FR" dirty="0" err="1"/>
            <a:t>Chaining</a:t>
          </a:r>
          <a:r>
            <a:rPr lang="fr-FR" dirty="0"/>
            <a:t> Bridge (CCB)</a:t>
          </a:r>
          <a:endParaRPr lang="en-US" dirty="0"/>
        </a:p>
      </dgm:t>
    </dgm:pt>
    <dgm:pt modelId="{26256800-3584-43F7-B922-CC37EC026EF1}" type="parTrans" cxnId="{B4CE7CD2-7AAF-4803-9FCF-C0489D48E325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7108712E-046B-4EA5-B649-24594AA9DF65}" type="sibTrans" cxnId="{B4CE7CD2-7AAF-4803-9FCF-C0489D48E325}">
      <dgm:prSet/>
      <dgm:spPr/>
      <dgm:t>
        <a:bodyPr/>
        <a:lstStyle/>
        <a:p>
          <a:endParaRPr lang="en-US"/>
        </a:p>
      </dgm:t>
    </dgm:pt>
    <dgm:pt modelId="{E5DDEC54-889F-4A3D-BB84-CE88336E35C0}" type="pres">
      <dgm:prSet presAssocID="{2FC6D009-9034-4CAE-91F3-433518D956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59C40494-96AC-4203-8BDC-DDFFB2A4359B}" type="pres">
      <dgm:prSet presAssocID="{E0BE7F8E-E950-48A3-92C9-371B5E3F5D18}" presName="singleCycle" presStyleCnt="0"/>
      <dgm:spPr/>
    </dgm:pt>
    <dgm:pt modelId="{4C8FE8BD-722C-4D37-B85A-244F3987AC24}" type="pres">
      <dgm:prSet presAssocID="{E0BE7F8E-E950-48A3-92C9-371B5E3F5D18}" presName="singleCenter" presStyleLbl="node1" presStyleIdx="0" presStyleCnt="6">
        <dgm:presLayoutVars>
          <dgm:chMax val="7"/>
          <dgm:chPref val="7"/>
        </dgm:presLayoutVars>
      </dgm:prSet>
      <dgm:spPr/>
    </dgm:pt>
    <dgm:pt modelId="{81783770-82EF-4031-A5F1-C99627AA24FF}" type="pres">
      <dgm:prSet presAssocID="{148DF6A9-AF1C-4816-9EFD-2D82B1B832FD}" presName="Name56" presStyleLbl="parChTrans1D2" presStyleIdx="0" presStyleCnt="5"/>
      <dgm:spPr/>
    </dgm:pt>
    <dgm:pt modelId="{B748C566-D653-4563-8066-51BC72DFC98D}" type="pres">
      <dgm:prSet presAssocID="{53E657DA-FBC4-4029-A303-36543233C56D}" presName="text0" presStyleLbl="node1" presStyleIdx="1" presStyleCnt="6">
        <dgm:presLayoutVars>
          <dgm:bulletEnabled val="1"/>
        </dgm:presLayoutVars>
      </dgm:prSet>
      <dgm:spPr/>
    </dgm:pt>
    <dgm:pt modelId="{E26A1A73-D6F6-4695-9875-3CBC479BB3BB}" type="pres">
      <dgm:prSet presAssocID="{C19FF10E-616C-468F-BB1A-0171966DDF85}" presName="Name56" presStyleLbl="parChTrans1D2" presStyleIdx="1" presStyleCnt="5"/>
      <dgm:spPr/>
    </dgm:pt>
    <dgm:pt modelId="{F5AF0E37-F732-4D64-991D-16DC9094EAF5}" type="pres">
      <dgm:prSet presAssocID="{BF9DF944-5AFA-437F-9054-BF6E70784BF9}" presName="text0" presStyleLbl="node1" presStyleIdx="2" presStyleCnt="6">
        <dgm:presLayoutVars>
          <dgm:bulletEnabled val="1"/>
        </dgm:presLayoutVars>
      </dgm:prSet>
      <dgm:spPr/>
    </dgm:pt>
    <dgm:pt modelId="{BFA5647D-4B53-40CB-983C-8A315A779980}" type="pres">
      <dgm:prSet presAssocID="{89F64B9E-E3C9-406E-AECA-B235127059A1}" presName="Name56" presStyleLbl="parChTrans1D2" presStyleIdx="2" presStyleCnt="5"/>
      <dgm:spPr/>
    </dgm:pt>
    <dgm:pt modelId="{2F6C4D83-FE46-4E3B-965D-1CDF729B1454}" type="pres">
      <dgm:prSet presAssocID="{C43BA9A5-716A-4C35-AB6D-DDC8A298B0B2}" presName="text0" presStyleLbl="node1" presStyleIdx="3" presStyleCnt="6">
        <dgm:presLayoutVars>
          <dgm:bulletEnabled val="1"/>
        </dgm:presLayoutVars>
      </dgm:prSet>
      <dgm:spPr/>
    </dgm:pt>
    <dgm:pt modelId="{5FF96B04-851C-4DE8-AFFF-7DAE23045644}" type="pres">
      <dgm:prSet presAssocID="{38CE7F65-6401-427C-9414-99EBFB77FC87}" presName="Name56" presStyleLbl="parChTrans1D2" presStyleIdx="3" presStyleCnt="5"/>
      <dgm:spPr/>
    </dgm:pt>
    <dgm:pt modelId="{205077F6-536B-460B-9D16-976F8A769037}" type="pres">
      <dgm:prSet presAssocID="{57C498C5-CDBC-4C24-9556-92873A1B1F98}" presName="text0" presStyleLbl="node1" presStyleIdx="4" presStyleCnt="6">
        <dgm:presLayoutVars>
          <dgm:bulletEnabled val="1"/>
        </dgm:presLayoutVars>
      </dgm:prSet>
      <dgm:spPr/>
    </dgm:pt>
    <dgm:pt modelId="{E1066E93-7092-41A2-BAFF-01A3ADB2E9B6}" type="pres">
      <dgm:prSet presAssocID="{26256800-3584-43F7-B922-CC37EC026EF1}" presName="Name56" presStyleLbl="parChTrans1D2" presStyleIdx="4" presStyleCnt="5"/>
      <dgm:spPr/>
    </dgm:pt>
    <dgm:pt modelId="{CE2882D8-4FC8-40D9-9A96-BCFBEA20E6BD}" type="pres">
      <dgm:prSet presAssocID="{6B42BD23-C565-483B-8297-AA96FDEFE154}" presName="text0" presStyleLbl="node1" presStyleIdx="5" presStyleCnt="6" custScaleX="116682" custScaleY="108137" custRadScaleRad="98668" custRadScaleInc="699">
        <dgm:presLayoutVars>
          <dgm:bulletEnabled val="1"/>
        </dgm:presLayoutVars>
      </dgm:prSet>
      <dgm:spPr/>
    </dgm:pt>
  </dgm:ptLst>
  <dgm:cxnLst>
    <dgm:cxn modelId="{F26F3B27-09A5-403B-994D-A82C85C770BB}" type="presOf" srcId="{53E657DA-FBC4-4029-A303-36543233C56D}" destId="{B748C566-D653-4563-8066-51BC72DFC98D}" srcOrd="0" destOrd="0" presId="urn:microsoft.com/office/officeart/2008/layout/RadialCluster"/>
    <dgm:cxn modelId="{E982E040-A5FF-4044-A13B-BCCA9326581D}" type="presOf" srcId="{BF9DF944-5AFA-437F-9054-BF6E70784BF9}" destId="{F5AF0E37-F732-4D64-991D-16DC9094EAF5}" srcOrd="0" destOrd="0" presId="urn:microsoft.com/office/officeart/2008/layout/RadialCluster"/>
    <dgm:cxn modelId="{84E7CD5D-EDAA-4F8B-9646-FAD4EB50BC24}" srcId="{E0BE7F8E-E950-48A3-92C9-371B5E3F5D18}" destId="{57C498C5-CDBC-4C24-9556-92873A1B1F98}" srcOrd="3" destOrd="0" parTransId="{38CE7F65-6401-427C-9414-99EBFB77FC87}" sibTransId="{09614079-786D-4CA4-9DCB-8DE7DF95E990}"/>
    <dgm:cxn modelId="{D147D45E-42A9-4A6E-84A8-EB26C958B84B}" type="presOf" srcId="{38CE7F65-6401-427C-9414-99EBFB77FC87}" destId="{5FF96B04-851C-4DE8-AFFF-7DAE23045644}" srcOrd="0" destOrd="0" presId="urn:microsoft.com/office/officeart/2008/layout/RadialCluster"/>
    <dgm:cxn modelId="{2B39F765-7C5D-4DD9-AF3C-BF3ED80DD351}" srcId="{E0BE7F8E-E950-48A3-92C9-371B5E3F5D18}" destId="{C43BA9A5-716A-4C35-AB6D-DDC8A298B0B2}" srcOrd="2" destOrd="0" parTransId="{89F64B9E-E3C9-406E-AECA-B235127059A1}" sibTransId="{5D5174BD-803F-4FAC-A60B-717A9DBB6F46}"/>
    <dgm:cxn modelId="{F9906B47-97C5-4BBB-83EB-28D0620C15DA}" type="presOf" srcId="{C19FF10E-616C-468F-BB1A-0171966DDF85}" destId="{E26A1A73-D6F6-4695-9875-3CBC479BB3BB}" srcOrd="0" destOrd="0" presId="urn:microsoft.com/office/officeart/2008/layout/RadialCluster"/>
    <dgm:cxn modelId="{D242F56A-89FE-4F52-9D33-5AA63671BBF7}" type="presOf" srcId="{6B42BD23-C565-483B-8297-AA96FDEFE154}" destId="{CE2882D8-4FC8-40D9-9A96-BCFBEA20E6BD}" srcOrd="0" destOrd="0" presId="urn:microsoft.com/office/officeart/2008/layout/RadialCluster"/>
    <dgm:cxn modelId="{164A124C-A1D6-41EC-8187-783DE458F5FE}" type="presOf" srcId="{C43BA9A5-716A-4C35-AB6D-DDC8A298B0B2}" destId="{2F6C4D83-FE46-4E3B-965D-1CDF729B1454}" srcOrd="0" destOrd="0" presId="urn:microsoft.com/office/officeart/2008/layout/RadialCluster"/>
    <dgm:cxn modelId="{B80E0674-A196-4BC5-8A13-D8A8F566E84E}" type="presOf" srcId="{89F64B9E-E3C9-406E-AECA-B235127059A1}" destId="{BFA5647D-4B53-40CB-983C-8A315A779980}" srcOrd="0" destOrd="0" presId="urn:microsoft.com/office/officeart/2008/layout/RadialCluster"/>
    <dgm:cxn modelId="{1FB18D74-B8F2-409E-9498-A33A5D05C612}" srcId="{E0BE7F8E-E950-48A3-92C9-371B5E3F5D18}" destId="{53E657DA-FBC4-4029-A303-36543233C56D}" srcOrd="0" destOrd="0" parTransId="{148DF6A9-AF1C-4816-9EFD-2D82B1B832FD}" sibTransId="{B58FEB4B-23A9-4F32-B200-B96B09B392DE}"/>
    <dgm:cxn modelId="{6B818475-D961-4863-B56D-D8859F5677A5}" type="presOf" srcId="{E0BE7F8E-E950-48A3-92C9-371B5E3F5D18}" destId="{4C8FE8BD-722C-4D37-B85A-244F3987AC24}" srcOrd="0" destOrd="0" presId="urn:microsoft.com/office/officeart/2008/layout/RadialCluster"/>
    <dgm:cxn modelId="{BCD9C756-443C-4F7B-A4C0-9FDDC0469123}" srcId="{E0BE7F8E-E950-48A3-92C9-371B5E3F5D18}" destId="{BF9DF944-5AFA-437F-9054-BF6E70784BF9}" srcOrd="1" destOrd="0" parTransId="{C19FF10E-616C-468F-BB1A-0171966DDF85}" sibTransId="{74E91DD6-14EC-49E0-AE69-BA4CA67BB4CF}"/>
    <dgm:cxn modelId="{D24C6A95-754D-4CF9-9E7D-76C6DD96361D}" srcId="{2FC6D009-9034-4CAE-91F3-433518D95643}" destId="{E0BE7F8E-E950-48A3-92C9-371B5E3F5D18}" srcOrd="0" destOrd="0" parTransId="{1EA8AE7E-A53E-496F-A490-BA336C621F9A}" sibTransId="{33B00F49-B020-48AD-89E4-D038EA819E2E}"/>
    <dgm:cxn modelId="{012165AE-8597-40FD-B99F-252D0F909F61}" type="presOf" srcId="{57C498C5-CDBC-4C24-9556-92873A1B1F98}" destId="{205077F6-536B-460B-9D16-976F8A769037}" srcOrd="0" destOrd="0" presId="urn:microsoft.com/office/officeart/2008/layout/RadialCluster"/>
    <dgm:cxn modelId="{B066DFC4-8EA9-4E3A-ABA0-05611D891B98}" type="presOf" srcId="{148DF6A9-AF1C-4816-9EFD-2D82B1B832FD}" destId="{81783770-82EF-4031-A5F1-C99627AA24FF}" srcOrd="0" destOrd="0" presId="urn:microsoft.com/office/officeart/2008/layout/RadialCluster"/>
    <dgm:cxn modelId="{B4CE7CD2-7AAF-4803-9FCF-C0489D48E325}" srcId="{E0BE7F8E-E950-48A3-92C9-371B5E3F5D18}" destId="{6B42BD23-C565-483B-8297-AA96FDEFE154}" srcOrd="4" destOrd="0" parTransId="{26256800-3584-43F7-B922-CC37EC026EF1}" sibTransId="{7108712E-046B-4EA5-B649-24594AA9DF65}"/>
    <dgm:cxn modelId="{FEB14DE0-CFD2-41E0-9D26-F689AC5E5F52}" type="presOf" srcId="{2FC6D009-9034-4CAE-91F3-433518D95643}" destId="{E5DDEC54-889F-4A3D-BB84-CE88336E35C0}" srcOrd="0" destOrd="0" presId="urn:microsoft.com/office/officeart/2008/layout/RadialCluster"/>
    <dgm:cxn modelId="{F94D23E9-AB1D-4ABD-BA16-02B83687C9D2}" type="presOf" srcId="{26256800-3584-43F7-B922-CC37EC026EF1}" destId="{E1066E93-7092-41A2-BAFF-01A3ADB2E9B6}" srcOrd="0" destOrd="0" presId="urn:microsoft.com/office/officeart/2008/layout/RadialCluster"/>
    <dgm:cxn modelId="{BB5F921A-C951-429B-99E5-65880562DD1D}" type="presParOf" srcId="{E5DDEC54-889F-4A3D-BB84-CE88336E35C0}" destId="{59C40494-96AC-4203-8BDC-DDFFB2A4359B}" srcOrd="0" destOrd="0" presId="urn:microsoft.com/office/officeart/2008/layout/RadialCluster"/>
    <dgm:cxn modelId="{1D8401E5-6089-41C6-A619-E7519B4B5A75}" type="presParOf" srcId="{59C40494-96AC-4203-8BDC-DDFFB2A4359B}" destId="{4C8FE8BD-722C-4D37-B85A-244F3987AC24}" srcOrd="0" destOrd="0" presId="urn:microsoft.com/office/officeart/2008/layout/RadialCluster"/>
    <dgm:cxn modelId="{52599615-8739-4E34-9717-AFC61B19BFF4}" type="presParOf" srcId="{59C40494-96AC-4203-8BDC-DDFFB2A4359B}" destId="{81783770-82EF-4031-A5F1-C99627AA24FF}" srcOrd="1" destOrd="0" presId="urn:microsoft.com/office/officeart/2008/layout/RadialCluster"/>
    <dgm:cxn modelId="{E3C8BC31-58C8-4D54-8A94-EAE6BF84441F}" type="presParOf" srcId="{59C40494-96AC-4203-8BDC-DDFFB2A4359B}" destId="{B748C566-D653-4563-8066-51BC72DFC98D}" srcOrd="2" destOrd="0" presId="urn:microsoft.com/office/officeart/2008/layout/RadialCluster"/>
    <dgm:cxn modelId="{6873D7EB-86AE-4C6B-B7F9-49BC67C4C494}" type="presParOf" srcId="{59C40494-96AC-4203-8BDC-DDFFB2A4359B}" destId="{E26A1A73-D6F6-4695-9875-3CBC479BB3BB}" srcOrd="3" destOrd="0" presId="urn:microsoft.com/office/officeart/2008/layout/RadialCluster"/>
    <dgm:cxn modelId="{10EE6BF7-9635-4F0A-82B5-44C3A03A13B2}" type="presParOf" srcId="{59C40494-96AC-4203-8BDC-DDFFB2A4359B}" destId="{F5AF0E37-F732-4D64-991D-16DC9094EAF5}" srcOrd="4" destOrd="0" presId="urn:microsoft.com/office/officeart/2008/layout/RadialCluster"/>
    <dgm:cxn modelId="{F4BA1C15-AF52-4528-85DE-5790DE079A89}" type="presParOf" srcId="{59C40494-96AC-4203-8BDC-DDFFB2A4359B}" destId="{BFA5647D-4B53-40CB-983C-8A315A779980}" srcOrd="5" destOrd="0" presId="urn:microsoft.com/office/officeart/2008/layout/RadialCluster"/>
    <dgm:cxn modelId="{C1B84FA4-466D-464C-A187-5C9E9EFC74F3}" type="presParOf" srcId="{59C40494-96AC-4203-8BDC-DDFFB2A4359B}" destId="{2F6C4D83-FE46-4E3B-965D-1CDF729B1454}" srcOrd="6" destOrd="0" presId="urn:microsoft.com/office/officeart/2008/layout/RadialCluster"/>
    <dgm:cxn modelId="{C0A98A96-15E9-4196-8383-33061764879D}" type="presParOf" srcId="{59C40494-96AC-4203-8BDC-DDFFB2A4359B}" destId="{5FF96B04-851C-4DE8-AFFF-7DAE23045644}" srcOrd="7" destOrd="0" presId="urn:microsoft.com/office/officeart/2008/layout/RadialCluster"/>
    <dgm:cxn modelId="{E6D00A19-1B70-42B5-B4F9-36387F89C19C}" type="presParOf" srcId="{59C40494-96AC-4203-8BDC-DDFFB2A4359B}" destId="{205077F6-536B-460B-9D16-976F8A769037}" srcOrd="8" destOrd="0" presId="urn:microsoft.com/office/officeart/2008/layout/RadialCluster"/>
    <dgm:cxn modelId="{609B9C5E-16D7-448D-BAFE-6D7A33DCC31E}" type="presParOf" srcId="{59C40494-96AC-4203-8BDC-DDFFB2A4359B}" destId="{E1066E93-7092-41A2-BAFF-01A3ADB2E9B6}" srcOrd="9" destOrd="0" presId="urn:microsoft.com/office/officeart/2008/layout/RadialCluster"/>
    <dgm:cxn modelId="{15DCFE4E-ED42-4853-86D4-D09C0625563F}" type="presParOf" srcId="{59C40494-96AC-4203-8BDC-DDFFB2A4359B}" destId="{CE2882D8-4FC8-40D9-9A96-BCFBEA20E6BD}" srcOrd="1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8E5A14-9EFA-4E45-A244-6D9B5C2FDC82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98CB1F-9955-494F-B863-95596A96F7B2}">
      <dgm:prSet phldrT="[Text]"/>
      <dgm:spPr/>
      <dgm:t>
        <a:bodyPr/>
        <a:lstStyle/>
        <a:p>
          <a:r>
            <a:rPr lang="en-US" dirty="0"/>
            <a:t>Digital Signature Verification</a:t>
          </a:r>
        </a:p>
      </dgm:t>
    </dgm:pt>
    <dgm:pt modelId="{AC104E1A-185E-4BCE-938D-89A4B46193B6}" type="parTrans" cxnId="{7F592DFA-058E-4CE4-9AE4-1F594D5978C4}">
      <dgm:prSet/>
      <dgm:spPr/>
      <dgm:t>
        <a:bodyPr/>
        <a:lstStyle/>
        <a:p>
          <a:endParaRPr lang="en-US"/>
        </a:p>
      </dgm:t>
    </dgm:pt>
    <dgm:pt modelId="{03F725D8-9328-453F-A746-56FB243D4F62}" type="sibTrans" cxnId="{7F592DFA-058E-4CE4-9AE4-1F594D5978C4}">
      <dgm:prSet/>
      <dgm:spPr/>
      <dgm:t>
        <a:bodyPr/>
        <a:lstStyle/>
        <a:p>
          <a:endParaRPr lang="en-US"/>
        </a:p>
      </dgm:t>
    </dgm:pt>
    <dgm:pt modelId="{C6B3480A-C02B-4F52-AE21-830C3D57F809}">
      <dgm:prSet phldrT="[Text]"/>
      <dgm:spPr/>
      <dgm:t>
        <a:bodyPr/>
        <a:lstStyle/>
        <a:p>
          <a:r>
            <a:rPr lang="en-US" dirty="0"/>
            <a:t>Secure Key Exchange</a:t>
          </a:r>
        </a:p>
      </dgm:t>
    </dgm:pt>
    <dgm:pt modelId="{D0E48590-238F-4619-A4F7-6076B2A53A85}" type="parTrans" cxnId="{F28C2F40-B4FD-4DB4-B091-A4EFE83E8B87}">
      <dgm:prSet/>
      <dgm:spPr/>
      <dgm:t>
        <a:bodyPr/>
        <a:lstStyle/>
        <a:p>
          <a:endParaRPr lang="en-US"/>
        </a:p>
      </dgm:t>
    </dgm:pt>
    <dgm:pt modelId="{7C0893D3-B9D2-4E52-9298-0036912C0331}" type="sibTrans" cxnId="{F28C2F40-B4FD-4DB4-B091-A4EFE83E8B87}">
      <dgm:prSet/>
      <dgm:spPr/>
      <dgm:t>
        <a:bodyPr/>
        <a:lstStyle/>
        <a:p>
          <a:endParaRPr lang="en-US"/>
        </a:p>
      </dgm:t>
    </dgm:pt>
    <dgm:pt modelId="{0D644833-B464-45AD-9D02-DD971531802B}">
      <dgm:prSet phldrT="[Text]"/>
      <dgm:spPr/>
      <dgm:t>
        <a:bodyPr/>
        <a:lstStyle/>
        <a:p>
          <a:r>
            <a:rPr lang="en-US" dirty="0"/>
            <a:t>Symmetric Encryption</a:t>
          </a:r>
        </a:p>
      </dgm:t>
    </dgm:pt>
    <dgm:pt modelId="{13CBCDAB-2751-4979-82EB-9E879448AA94}" type="parTrans" cxnId="{BD21C494-26E9-4922-A42F-5D115080EFAA}">
      <dgm:prSet/>
      <dgm:spPr/>
      <dgm:t>
        <a:bodyPr/>
        <a:lstStyle/>
        <a:p>
          <a:endParaRPr lang="en-US"/>
        </a:p>
      </dgm:t>
    </dgm:pt>
    <dgm:pt modelId="{99433AC9-A9E6-4E22-96CC-4021944984C9}" type="sibTrans" cxnId="{BD21C494-26E9-4922-A42F-5D115080EFAA}">
      <dgm:prSet/>
      <dgm:spPr/>
      <dgm:t>
        <a:bodyPr/>
        <a:lstStyle/>
        <a:p>
          <a:endParaRPr lang="en-US"/>
        </a:p>
      </dgm:t>
    </dgm:pt>
    <dgm:pt modelId="{D803CB68-3928-4126-ABD6-41B4CB2131AF}">
      <dgm:prSet phldrT="[Text]"/>
      <dgm:spPr/>
      <dgm:t>
        <a:bodyPr/>
        <a:lstStyle/>
        <a:p>
          <a:r>
            <a:rPr lang="en-US" dirty="0"/>
            <a:t>Tag Verification</a:t>
          </a:r>
        </a:p>
      </dgm:t>
    </dgm:pt>
    <dgm:pt modelId="{0AAE66E7-1390-48BF-B911-9899420D98FE}" type="parTrans" cxnId="{E34C512B-585C-4658-8EC9-F4FC04197F1D}">
      <dgm:prSet/>
      <dgm:spPr/>
      <dgm:t>
        <a:bodyPr/>
        <a:lstStyle/>
        <a:p>
          <a:endParaRPr lang="en-US"/>
        </a:p>
      </dgm:t>
    </dgm:pt>
    <dgm:pt modelId="{1B96FAA8-100B-4686-95D0-96508E54A283}" type="sibTrans" cxnId="{E34C512B-585C-4658-8EC9-F4FC04197F1D}">
      <dgm:prSet/>
      <dgm:spPr/>
      <dgm:t>
        <a:bodyPr/>
        <a:lstStyle/>
        <a:p>
          <a:endParaRPr lang="en-US"/>
        </a:p>
      </dgm:t>
    </dgm:pt>
    <dgm:pt modelId="{69A9AA6C-677D-4B38-A028-E6CA9D6D283D}" type="pres">
      <dgm:prSet presAssocID="{A88E5A14-9EFA-4E45-A244-6D9B5C2FDC82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8C1B6F1B-2C8C-4D45-AC22-9ECFCD8A4842}" type="pres">
      <dgm:prSet presAssocID="{7C98CB1F-9955-494F-B863-95596A96F7B2}" presName="Accent1" presStyleCnt="0"/>
      <dgm:spPr/>
    </dgm:pt>
    <dgm:pt modelId="{24994D2A-97C7-47BA-8AD0-07952CA3CD8F}" type="pres">
      <dgm:prSet presAssocID="{7C98CB1F-9955-494F-B863-95596A96F7B2}" presName="Accent" presStyleLbl="node1" presStyleIdx="0" presStyleCnt="4"/>
      <dgm:spPr/>
    </dgm:pt>
    <dgm:pt modelId="{4089D634-6652-4D14-85D4-CEFE144C035E}" type="pres">
      <dgm:prSet presAssocID="{7C98CB1F-9955-494F-B863-95596A96F7B2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6524E9DD-7D16-47F0-A03A-10E601122262}" type="pres">
      <dgm:prSet presAssocID="{C6B3480A-C02B-4F52-AE21-830C3D57F809}" presName="Accent2" presStyleCnt="0"/>
      <dgm:spPr/>
    </dgm:pt>
    <dgm:pt modelId="{046E13F4-194F-48FA-AA4B-FCE01CD5F332}" type="pres">
      <dgm:prSet presAssocID="{C6B3480A-C02B-4F52-AE21-830C3D57F809}" presName="Accent" presStyleLbl="node1" presStyleIdx="1" presStyleCnt="4"/>
      <dgm:spPr/>
    </dgm:pt>
    <dgm:pt modelId="{CA5D809B-81D4-4C19-B91E-4787C6118ACA}" type="pres">
      <dgm:prSet presAssocID="{C6B3480A-C02B-4F52-AE21-830C3D57F809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B7CC033D-B059-44F7-97A7-309F5AD1F8D1}" type="pres">
      <dgm:prSet presAssocID="{0D644833-B464-45AD-9D02-DD971531802B}" presName="Accent3" presStyleCnt="0"/>
      <dgm:spPr/>
    </dgm:pt>
    <dgm:pt modelId="{55170B12-1C10-4764-8BCC-E95488BAC44E}" type="pres">
      <dgm:prSet presAssocID="{0D644833-B464-45AD-9D02-DD971531802B}" presName="Accent" presStyleLbl="node1" presStyleIdx="2" presStyleCnt="4"/>
      <dgm:spPr/>
    </dgm:pt>
    <dgm:pt modelId="{603F7F30-122B-4AB2-B036-7B037E26F68A}" type="pres">
      <dgm:prSet presAssocID="{0D644833-B464-45AD-9D02-DD971531802B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6B4654C7-4FDD-4EF2-8B11-2EB9A1C7D5B8}" type="pres">
      <dgm:prSet presAssocID="{D803CB68-3928-4126-ABD6-41B4CB2131AF}" presName="Accent4" presStyleCnt="0"/>
      <dgm:spPr/>
    </dgm:pt>
    <dgm:pt modelId="{C1CF4639-A1B8-4E40-86F6-37F6050969DD}" type="pres">
      <dgm:prSet presAssocID="{D803CB68-3928-4126-ABD6-41B4CB2131AF}" presName="Accent" presStyleLbl="node1" presStyleIdx="3" presStyleCnt="4"/>
      <dgm:spPr/>
    </dgm:pt>
    <dgm:pt modelId="{7ABD8DE4-11E0-4B52-9FB2-450FDDBBFC4D}" type="pres">
      <dgm:prSet presAssocID="{D803CB68-3928-4126-ABD6-41B4CB2131AF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14728304-2F8F-4A4A-B344-1B53C4BAAFE1}" type="presOf" srcId="{0D644833-B464-45AD-9D02-DD971531802B}" destId="{603F7F30-122B-4AB2-B036-7B037E26F68A}" srcOrd="0" destOrd="0" presId="urn:microsoft.com/office/officeart/2009/layout/CircleArrowProcess"/>
    <dgm:cxn modelId="{5C2D4A05-16F9-44D7-BFF1-A620DE3CE9AB}" type="presOf" srcId="{A88E5A14-9EFA-4E45-A244-6D9B5C2FDC82}" destId="{69A9AA6C-677D-4B38-A028-E6CA9D6D283D}" srcOrd="0" destOrd="0" presId="urn:microsoft.com/office/officeart/2009/layout/CircleArrowProcess"/>
    <dgm:cxn modelId="{E34C512B-585C-4658-8EC9-F4FC04197F1D}" srcId="{A88E5A14-9EFA-4E45-A244-6D9B5C2FDC82}" destId="{D803CB68-3928-4126-ABD6-41B4CB2131AF}" srcOrd="3" destOrd="0" parTransId="{0AAE66E7-1390-48BF-B911-9899420D98FE}" sibTransId="{1B96FAA8-100B-4686-95D0-96508E54A283}"/>
    <dgm:cxn modelId="{F28C2F40-B4FD-4DB4-B091-A4EFE83E8B87}" srcId="{A88E5A14-9EFA-4E45-A244-6D9B5C2FDC82}" destId="{C6B3480A-C02B-4F52-AE21-830C3D57F809}" srcOrd="1" destOrd="0" parTransId="{D0E48590-238F-4619-A4F7-6076B2A53A85}" sibTransId="{7C0893D3-B9D2-4E52-9298-0036912C0331}"/>
    <dgm:cxn modelId="{FAA97A91-D905-4FDB-9B88-A3773F3AD2F5}" type="presOf" srcId="{C6B3480A-C02B-4F52-AE21-830C3D57F809}" destId="{CA5D809B-81D4-4C19-B91E-4787C6118ACA}" srcOrd="0" destOrd="0" presId="urn:microsoft.com/office/officeart/2009/layout/CircleArrowProcess"/>
    <dgm:cxn modelId="{BD21C494-26E9-4922-A42F-5D115080EFAA}" srcId="{A88E5A14-9EFA-4E45-A244-6D9B5C2FDC82}" destId="{0D644833-B464-45AD-9D02-DD971531802B}" srcOrd="2" destOrd="0" parTransId="{13CBCDAB-2751-4979-82EB-9E879448AA94}" sibTransId="{99433AC9-A9E6-4E22-96CC-4021944984C9}"/>
    <dgm:cxn modelId="{1240E394-87B6-4E3A-8F9A-04B68DA5E388}" type="presOf" srcId="{D803CB68-3928-4126-ABD6-41B4CB2131AF}" destId="{7ABD8DE4-11E0-4B52-9FB2-450FDDBBFC4D}" srcOrd="0" destOrd="0" presId="urn:microsoft.com/office/officeart/2009/layout/CircleArrowProcess"/>
    <dgm:cxn modelId="{A05B21E8-5620-49A3-811B-B746670E49FB}" type="presOf" srcId="{7C98CB1F-9955-494F-B863-95596A96F7B2}" destId="{4089D634-6652-4D14-85D4-CEFE144C035E}" srcOrd="0" destOrd="0" presId="urn:microsoft.com/office/officeart/2009/layout/CircleArrowProcess"/>
    <dgm:cxn modelId="{7F592DFA-058E-4CE4-9AE4-1F594D5978C4}" srcId="{A88E5A14-9EFA-4E45-A244-6D9B5C2FDC82}" destId="{7C98CB1F-9955-494F-B863-95596A96F7B2}" srcOrd="0" destOrd="0" parTransId="{AC104E1A-185E-4BCE-938D-89A4B46193B6}" sibTransId="{03F725D8-9328-453F-A746-56FB243D4F62}"/>
    <dgm:cxn modelId="{386414AA-BCD6-4A6B-957C-7D5D8EBCC11A}" type="presParOf" srcId="{69A9AA6C-677D-4B38-A028-E6CA9D6D283D}" destId="{8C1B6F1B-2C8C-4D45-AC22-9ECFCD8A4842}" srcOrd="0" destOrd="0" presId="urn:microsoft.com/office/officeart/2009/layout/CircleArrowProcess"/>
    <dgm:cxn modelId="{10E0E55A-DE9D-4C89-A78C-E791E1BEAE09}" type="presParOf" srcId="{8C1B6F1B-2C8C-4D45-AC22-9ECFCD8A4842}" destId="{24994D2A-97C7-47BA-8AD0-07952CA3CD8F}" srcOrd="0" destOrd="0" presId="urn:microsoft.com/office/officeart/2009/layout/CircleArrowProcess"/>
    <dgm:cxn modelId="{5ABBDB28-42DA-4D47-B963-78201F921042}" type="presParOf" srcId="{69A9AA6C-677D-4B38-A028-E6CA9D6D283D}" destId="{4089D634-6652-4D14-85D4-CEFE144C035E}" srcOrd="1" destOrd="0" presId="urn:microsoft.com/office/officeart/2009/layout/CircleArrowProcess"/>
    <dgm:cxn modelId="{8E485E63-4905-4D06-A1E1-10922739B790}" type="presParOf" srcId="{69A9AA6C-677D-4B38-A028-E6CA9D6D283D}" destId="{6524E9DD-7D16-47F0-A03A-10E601122262}" srcOrd="2" destOrd="0" presId="urn:microsoft.com/office/officeart/2009/layout/CircleArrowProcess"/>
    <dgm:cxn modelId="{DC35F636-3FF5-4FEB-AE5D-A3527C5E6514}" type="presParOf" srcId="{6524E9DD-7D16-47F0-A03A-10E601122262}" destId="{046E13F4-194F-48FA-AA4B-FCE01CD5F332}" srcOrd="0" destOrd="0" presId="urn:microsoft.com/office/officeart/2009/layout/CircleArrowProcess"/>
    <dgm:cxn modelId="{C95371B7-B47C-4DB1-8308-F4B8A2C8D0B8}" type="presParOf" srcId="{69A9AA6C-677D-4B38-A028-E6CA9D6D283D}" destId="{CA5D809B-81D4-4C19-B91E-4787C6118ACA}" srcOrd="3" destOrd="0" presId="urn:microsoft.com/office/officeart/2009/layout/CircleArrowProcess"/>
    <dgm:cxn modelId="{82DE907E-5432-453B-9AF0-3CC1D303623E}" type="presParOf" srcId="{69A9AA6C-677D-4B38-A028-E6CA9D6D283D}" destId="{B7CC033D-B059-44F7-97A7-309F5AD1F8D1}" srcOrd="4" destOrd="0" presId="urn:microsoft.com/office/officeart/2009/layout/CircleArrowProcess"/>
    <dgm:cxn modelId="{CE195C0A-9A36-4120-8F62-2C6C2DE43AE6}" type="presParOf" srcId="{B7CC033D-B059-44F7-97A7-309F5AD1F8D1}" destId="{55170B12-1C10-4764-8BCC-E95488BAC44E}" srcOrd="0" destOrd="0" presId="urn:microsoft.com/office/officeart/2009/layout/CircleArrowProcess"/>
    <dgm:cxn modelId="{61BE4A21-5CA1-4C67-B061-C86A0291AE66}" type="presParOf" srcId="{69A9AA6C-677D-4B38-A028-E6CA9D6D283D}" destId="{603F7F30-122B-4AB2-B036-7B037E26F68A}" srcOrd="5" destOrd="0" presId="urn:microsoft.com/office/officeart/2009/layout/CircleArrowProcess"/>
    <dgm:cxn modelId="{DAA808F3-2371-48B2-AA39-90B7927397AD}" type="presParOf" srcId="{69A9AA6C-677D-4B38-A028-E6CA9D6D283D}" destId="{6B4654C7-4FDD-4EF2-8B11-2EB9A1C7D5B8}" srcOrd="6" destOrd="0" presId="urn:microsoft.com/office/officeart/2009/layout/CircleArrowProcess"/>
    <dgm:cxn modelId="{8111CBB3-70CE-4B19-BDD8-B0FCD801EF99}" type="presParOf" srcId="{6B4654C7-4FDD-4EF2-8B11-2EB9A1C7D5B8}" destId="{C1CF4639-A1B8-4E40-86F6-37F6050969DD}" srcOrd="0" destOrd="0" presId="urn:microsoft.com/office/officeart/2009/layout/CircleArrowProcess"/>
    <dgm:cxn modelId="{611417F5-6A3E-4C60-8F4B-6CBF1EE22848}" type="presParOf" srcId="{69A9AA6C-677D-4B38-A028-E6CA9D6D283D}" destId="{7ABD8DE4-11E0-4B52-9FB2-450FDDBBFC4D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F4F8CA-4C98-4AE4-91A4-E9FF0C98A225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660A1A-5699-4502-9E25-B45FB819F80C}">
      <dgm:prSet phldrT="[Text]"/>
      <dgm:spPr/>
      <dgm:t>
        <a:bodyPr/>
        <a:lstStyle/>
        <a:p>
          <a:r>
            <a:rPr lang="en-US" dirty="0"/>
            <a:t>Advanced Encryption Standard (AES)</a:t>
          </a:r>
        </a:p>
      </dgm:t>
    </dgm:pt>
    <dgm:pt modelId="{C8354286-191A-4C0A-B2FA-51D9935B51A0}" type="parTrans" cxnId="{68395725-B2DB-4C69-9DB3-FEE4E4280B19}">
      <dgm:prSet/>
      <dgm:spPr/>
      <dgm:t>
        <a:bodyPr/>
        <a:lstStyle/>
        <a:p>
          <a:endParaRPr lang="en-US"/>
        </a:p>
      </dgm:t>
    </dgm:pt>
    <dgm:pt modelId="{99EAC5BD-DBC9-4279-96E1-52DFDA98032F}" type="sibTrans" cxnId="{68395725-B2DB-4C69-9DB3-FEE4E4280B19}">
      <dgm:prSet/>
      <dgm:spPr/>
      <dgm:t>
        <a:bodyPr/>
        <a:lstStyle/>
        <a:p>
          <a:endParaRPr lang="en-US"/>
        </a:p>
      </dgm:t>
    </dgm:pt>
    <dgm:pt modelId="{7DC6E46E-F83F-4D1B-A358-846921352ADF}">
      <dgm:prSet phldrT="[Text]" custT="1"/>
      <dgm:spPr/>
      <dgm:t>
        <a:bodyPr/>
        <a:lstStyle/>
        <a:p>
          <a:r>
            <a:rPr lang="en-US" sz="1800" dirty="0"/>
            <a:t>Used for symmetric encryption and tag generation using AES GCM.</a:t>
          </a:r>
        </a:p>
      </dgm:t>
    </dgm:pt>
    <dgm:pt modelId="{42985109-0975-4DB6-AF99-35C0CEE93C7B}" type="parTrans" cxnId="{B9C03A5E-4F1F-47D2-8A88-D12697626C2C}">
      <dgm:prSet/>
      <dgm:spPr/>
      <dgm:t>
        <a:bodyPr/>
        <a:lstStyle/>
        <a:p>
          <a:endParaRPr lang="en-US"/>
        </a:p>
      </dgm:t>
    </dgm:pt>
    <dgm:pt modelId="{6B744D4A-2F0D-4918-A33F-F46181989A5D}" type="sibTrans" cxnId="{B9C03A5E-4F1F-47D2-8A88-D12697626C2C}">
      <dgm:prSet/>
      <dgm:spPr/>
      <dgm:t>
        <a:bodyPr/>
        <a:lstStyle/>
        <a:p>
          <a:endParaRPr lang="en-US"/>
        </a:p>
      </dgm:t>
    </dgm:pt>
    <dgm:pt modelId="{F5713CF8-7421-46C3-A6D0-75C8F54C0B3B}">
      <dgm:prSet phldrT="[Text]"/>
      <dgm:spPr/>
      <dgm:t>
        <a:bodyPr/>
        <a:lstStyle/>
        <a:p>
          <a:r>
            <a:rPr lang="en-US" dirty="0"/>
            <a:t>Secure Advanced Encryption Standard (SAES)</a:t>
          </a:r>
        </a:p>
      </dgm:t>
    </dgm:pt>
    <dgm:pt modelId="{6CD24159-79FA-4EBA-8ACB-B3C3048E7524}" type="parTrans" cxnId="{F6EBDEC5-A86B-4367-B0A3-08C2AC7607E8}">
      <dgm:prSet/>
      <dgm:spPr/>
      <dgm:t>
        <a:bodyPr/>
        <a:lstStyle/>
        <a:p>
          <a:endParaRPr lang="en-US"/>
        </a:p>
      </dgm:t>
    </dgm:pt>
    <dgm:pt modelId="{AB7349F7-1499-4453-8569-20D0B0B0F0DF}" type="sibTrans" cxnId="{F6EBDEC5-A86B-4367-B0A3-08C2AC7607E8}">
      <dgm:prSet/>
      <dgm:spPr/>
      <dgm:t>
        <a:bodyPr/>
        <a:lstStyle/>
        <a:p>
          <a:endParaRPr lang="en-US"/>
        </a:p>
      </dgm:t>
    </dgm:pt>
    <dgm:pt modelId="{6566E556-EAFC-4C9F-8DB1-F11DF3FFF97E}">
      <dgm:prSet phldrT="[Text]" custT="1"/>
      <dgm:spPr/>
      <dgm:t>
        <a:bodyPr/>
        <a:lstStyle/>
        <a:p>
          <a:r>
            <a:rPr lang="en-US" sz="1800" dirty="0"/>
            <a:t>A more secure version of the AES peripheral which allows for wrapping symmetric keys with unique hardware keys.</a:t>
          </a:r>
        </a:p>
      </dgm:t>
    </dgm:pt>
    <dgm:pt modelId="{13274CBE-FF85-4D0D-B7DD-AA9046ED4054}" type="parTrans" cxnId="{5F07A70F-6C60-40AA-88AC-C3E6B1DA4900}">
      <dgm:prSet/>
      <dgm:spPr/>
      <dgm:t>
        <a:bodyPr/>
        <a:lstStyle/>
        <a:p>
          <a:endParaRPr lang="en-US"/>
        </a:p>
      </dgm:t>
    </dgm:pt>
    <dgm:pt modelId="{A4D82FE3-0E89-462A-BDEF-BF471001F74B}" type="sibTrans" cxnId="{5F07A70F-6C60-40AA-88AC-C3E6B1DA4900}">
      <dgm:prSet/>
      <dgm:spPr/>
      <dgm:t>
        <a:bodyPr/>
        <a:lstStyle/>
        <a:p>
          <a:endParaRPr lang="en-US"/>
        </a:p>
      </dgm:t>
    </dgm:pt>
    <dgm:pt modelId="{F8D3DA70-02FE-4FF1-A422-DF0475369E4C}">
      <dgm:prSet phldrT="[Text]"/>
      <dgm:spPr/>
      <dgm:t>
        <a:bodyPr/>
        <a:lstStyle/>
        <a:p>
          <a:r>
            <a:rPr lang="en-US" dirty="0"/>
            <a:t>Random Number Generator (RNG)</a:t>
          </a:r>
        </a:p>
      </dgm:t>
    </dgm:pt>
    <dgm:pt modelId="{D1616426-0434-4941-9F56-AE601E6F0154}" type="parTrans" cxnId="{84B0DCE4-CA36-4510-8B42-01BB536872FA}">
      <dgm:prSet/>
      <dgm:spPr/>
      <dgm:t>
        <a:bodyPr/>
        <a:lstStyle/>
        <a:p>
          <a:endParaRPr lang="en-US"/>
        </a:p>
      </dgm:t>
    </dgm:pt>
    <dgm:pt modelId="{3005C213-E70E-4F51-9E3B-4AF5A47D6AE9}" type="sibTrans" cxnId="{84B0DCE4-CA36-4510-8B42-01BB536872FA}">
      <dgm:prSet/>
      <dgm:spPr/>
      <dgm:t>
        <a:bodyPr/>
        <a:lstStyle/>
        <a:p>
          <a:endParaRPr lang="en-US"/>
        </a:p>
      </dgm:t>
    </dgm:pt>
    <dgm:pt modelId="{C2B4197E-A8AC-4C09-B6AD-7EBD3A1DF4E0}">
      <dgm:prSet phldrT="[Text]"/>
      <dgm:spPr/>
      <dgm:t>
        <a:bodyPr/>
        <a:lstStyle/>
        <a:p>
          <a:r>
            <a:rPr lang="en-US" dirty="0"/>
            <a:t>Public Key Accelerator (PKA)</a:t>
          </a:r>
        </a:p>
      </dgm:t>
    </dgm:pt>
    <dgm:pt modelId="{AA784057-5593-4CFC-8422-CB1AC560F0A1}" type="parTrans" cxnId="{58610539-556C-49E6-8BA3-524FB19E34BD}">
      <dgm:prSet/>
      <dgm:spPr/>
      <dgm:t>
        <a:bodyPr/>
        <a:lstStyle/>
        <a:p>
          <a:endParaRPr lang="en-US"/>
        </a:p>
      </dgm:t>
    </dgm:pt>
    <dgm:pt modelId="{DEF98A2A-B36A-42E6-8251-DED6B0B0A6D6}" type="sibTrans" cxnId="{58610539-556C-49E6-8BA3-524FB19E34BD}">
      <dgm:prSet/>
      <dgm:spPr/>
      <dgm:t>
        <a:bodyPr/>
        <a:lstStyle/>
        <a:p>
          <a:endParaRPr lang="en-US"/>
        </a:p>
      </dgm:t>
    </dgm:pt>
    <dgm:pt modelId="{C53DB045-77D4-45EC-87AB-1495825D0D6D}">
      <dgm:prSet phldrT="[Text]" custT="1"/>
      <dgm:spPr/>
      <dgm:t>
        <a:bodyPr/>
        <a:lstStyle/>
        <a:p>
          <a:r>
            <a:rPr lang="en-US" sz="1800" dirty="0"/>
            <a:t>Generates random numbers essential for many cryptography operations.</a:t>
          </a:r>
        </a:p>
      </dgm:t>
    </dgm:pt>
    <dgm:pt modelId="{49422E69-9209-4062-AF89-92805D6E7234}" type="parTrans" cxnId="{7E79D087-67EF-4579-A3FC-1498553F9930}">
      <dgm:prSet/>
      <dgm:spPr/>
      <dgm:t>
        <a:bodyPr/>
        <a:lstStyle/>
        <a:p>
          <a:endParaRPr lang="en-US"/>
        </a:p>
      </dgm:t>
    </dgm:pt>
    <dgm:pt modelId="{DFCE5B96-90E5-480F-8BFC-9E292394C5AD}" type="sibTrans" cxnId="{7E79D087-67EF-4579-A3FC-1498553F9930}">
      <dgm:prSet/>
      <dgm:spPr/>
      <dgm:t>
        <a:bodyPr/>
        <a:lstStyle/>
        <a:p>
          <a:endParaRPr lang="en-US"/>
        </a:p>
      </dgm:t>
    </dgm:pt>
    <dgm:pt modelId="{A149201E-1CAC-43E2-95FB-8A2D4EAB894C}">
      <dgm:prSet phldrT="[Text]" custT="1"/>
      <dgm:spPr/>
      <dgm:t>
        <a:bodyPr/>
        <a:lstStyle/>
        <a:p>
          <a:r>
            <a:rPr lang="en-US" sz="1800" dirty="0"/>
            <a:t>Handles all asymmetric cryptography operations (ECDSA, ECDH) </a:t>
          </a:r>
        </a:p>
      </dgm:t>
    </dgm:pt>
    <dgm:pt modelId="{341254DF-9C1C-404A-B0A4-F14DEF3D63D5}" type="parTrans" cxnId="{B665DF93-5F86-4E4C-9694-BA667B0DD894}">
      <dgm:prSet/>
      <dgm:spPr/>
      <dgm:t>
        <a:bodyPr/>
        <a:lstStyle/>
        <a:p>
          <a:endParaRPr lang="en-US"/>
        </a:p>
      </dgm:t>
    </dgm:pt>
    <dgm:pt modelId="{9180E4AD-5561-4F0E-BF6D-32FF82AC878F}" type="sibTrans" cxnId="{B665DF93-5F86-4E4C-9694-BA667B0DD894}">
      <dgm:prSet/>
      <dgm:spPr/>
      <dgm:t>
        <a:bodyPr/>
        <a:lstStyle/>
        <a:p>
          <a:endParaRPr lang="en-US"/>
        </a:p>
      </dgm:t>
    </dgm:pt>
    <dgm:pt modelId="{67725019-05BB-4300-806E-BF5081F89161}">
      <dgm:prSet phldrT="[Text]" custT="1"/>
      <dgm:spPr/>
      <dgm:t>
        <a:bodyPr/>
        <a:lstStyle/>
        <a:p>
          <a:r>
            <a:rPr lang="en-US" sz="1800" dirty="0"/>
            <a:t>Stores cryptographic data in its own dedicated RAM.</a:t>
          </a:r>
        </a:p>
      </dgm:t>
    </dgm:pt>
    <dgm:pt modelId="{111AA11E-F149-4D6B-A609-ED7BE9E76588}" type="parTrans" cxnId="{7970FD3C-A62A-42F0-9962-06408134B3CA}">
      <dgm:prSet/>
      <dgm:spPr/>
      <dgm:t>
        <a:bodyPr/>
        <a:lstStyle/>
        <a:p>
          <a:endParaRPr lang="en-US"/>
        </a:p>
      </dgm:t>
    </dgm:pt>
    <dgm:pt modelId="{92ABA4D0-3FD3-4E34-87CC-5B811C6913E1}" type="sibTrans" cxnId="{7970FD3C-A62A-42F0-9962-06408134B3CA}">
      <dgm:prSet/>
      <dgm:spPr/>
      <dgm:t>
        <a:bodyPr/>
        <a:lstStyle/>
        <a:p>
          <a:endParaRPr lang="en-US"/>
        </a:p>
      </dgm:t>
    </dgm:pt>
    <dgm:pt modelId="{F545B4D0-891E-44FC-981E-60EF672AB245}" type="pres">
      <dgm:prSet presAssocID="{75F4F8CA-4C98-4AE4-91A4-E9FF0C98A225}" presName="Name0" presStyleCnt="0">
        <dgm:presLayoutVars>
          <dgm:dir/>
          <dgm:animLvl val="lvl"/>
          <dgm:resizeHandles/>
        </dgm:presLayoutVars>
      </dgm:prSet>
      <dgm:spPr/>
    </dgm:pt>
    <dgm:pt modelId="{CBDD0545-CED6-405D-B7F9-0DECE770D299}" type="pres">
      <dgm:prSet presAssocID="{93660A1A-5699-4502-9E25-B45FB819F80C}" presName="linNode" presStyleCnt="0"/>
      <dgm:spPr/>
    </dgm:pt>
    <dgm:pt modelId="{6115C342-4D06-4679-A2D6-A79F5DE053D7}" type="pres">
      <dgm:prSet presAssocID="{93660A1A-5699-4502-9E25-B45FB819F80C}" presName="parentShp" presStyleLbl="node1" presStyleIdx="0" presStyleCnt="4">
        <dgm:presLayoutVars>
          <dgm:bulletEnabled val="1"/>
        </dgm:presLayoutVars>
      </dgm:prSet>
      <dgm:spPr/>
    </dgm:pt>
    <dgm:pt modelId="{D4AB7C51-364F-470F-9FB8-DBAB28C7F7E4}" type="pres">
      <dgm:prSet presAssocID="{93660A1A-5699-4502-9E25-B45FB819F80C}" presName="childShp" presStyleLbl="bgAccFollowNode1" presStyleIdx="0" presStyleCnt="4">
        <dgm:presLayoutVars>
          <dgm:bulletEnabled val="1"/>
        </dgm:presLayoutVars>
      </dgm:prSet>
      <dgm:spPr/>
    </dgm:pt>
    <dgm:pt modelId="{E2BC8A3F-A298-441B-BF01-3D68E12BC93D}" type="pres">
      <dgm:prSet presAssocID="{99EAC5BD-DBC9-4279-96E1-52DFDA98032F}" presName="spacing" presStyleCnt="0"/>
      <dgm:spPr/>
    </dgm:pt>
    <dgm:pt modelId="{B77CD471-2AC8-4848-8CDF-E6DE74AE4813}" type="pres">
      <dgm:prSet presAssocID="{F5713CF8-7421-46C3-A6D0-75C8F54C0B3B}" presName="linNode" presStyleCnt="0"/>
      <dgm:spPr/>
    </dgm:pt>
    <dgm:pt modelId="{6F73FA54-8F20-4750-AC27-D5B129FA7922}" type="pres">
      <dgm:prSet presAssocID="{F5713CF8-7421-46C3-A6D0-75C8F54C0B3B}" presName="parentShp" presStyleLbl="node1" presStyleIdx="1" presStyleCnt="4">
        <dgm:presLayoutVars>
          <dgm:bulletEnabled val="1"/>
        </dgm:presLayoutVars>
      </dgm:prSet>
      <dgm:spPr/>
    </dgm:pt>
    <dgm:pt modelId="{626D79A7-64E5-4D12-8880-DA6DB28B6023}" type="pres">
      <dgm:prSet presAssocID="{F5713CF8-7421-46C3-A6D0-75C8F54C0B3B}" presName="childShp" presStyleLbl="bgAccFollowNode1" presStyleIdx="1" presStyleCnt="4">
        <dgm:presLayoutVars>
          <dgm:bulletEnabled val="1"/>
        </dgm:presLayoutVars>
      </dgm:prSet>
      <dgm:spPr/>
    </dgm:pt>
    <dgm:pt modelId="{A8E1C34C-D237-4C13-BB30-4B8ED9ECBF3A}" type="pres">
      <dgm:prSet presAssocID="{AB7349F7-1499-4453-8569-20D0B0B0F0DF}" presName="spacing" presStyleCnt="0"/>
      <dgm:spPr/>
    </dgm:pt>
    <dgm:pt modelId="{1332501F-B197-43C7-A3AD-12828AE37922}" type="pres">
      <dgm:prSet presAssocID="{F8D3DA70-02FE-4FF1-A422-DF0475369E4C}" presName="linNode" presStyleCnt="0"/>
      <dgm:spPr/>
    </dgm:pt>
    <dgm:pt modelId="{1D53AB51-6731-469B-B88C-3902960F5252}" type="pres">
      <dgm:prSet presAssocID="{F8D3DA70-02FE-4FF1-A422-DF0475369E4C}" presName="parentShp" presStyleLbl="node1" presStyleIdx="2" presStyleCnt="4">
        <dgm:presLayoutVars>
          <dgm:bulletEnabled val="1"/>
        </dgm:presLayoutVars>
      </dgm:prSet>
      <dgm:spPr/>
    </dgm:pt>
    <dgm:pt modelId="{E5D74E22-D7B8-485B-96D3-C53252B64555}" type="pres">
      <dgm:prSet presAssocID="{F8D3DA70-02FE-4FF1-A422-DF0475369E4C}" presName="childShp" presStyleLbl="bgAccFollowNode1" presStyleIdx="2" presStyleCnt="4">
        <dgm:presLayoutVars>
          <dgm:bulletEnabled val="1"/>
        </dgm:presLayoutVars>
      </dgm:prSet>
      <dgm:spPr/>
    </dgm:pt>
    <dgm:pt modelId="{6CF1A39E-2C2E-460F-B0D2-A76A04AC1BE1}" type="pres">
      <dgm:prSet presAssocID="{3005C213-E70E-4F51-9E3B-4AF5A47D6AE9}" presName="spacing" presStyleCnt="0"/>
      <dgm:spPr/>
    </dgm:pt>
    <dgm:pt modelId="{53FDB61E-EE32-4507-8B0C-71260F22A9E6}" type="pres">
      <dgm:prSet presAssocID="{C2B4197E-A8AC-4C09-B6AD-7EBD3A1DF4E0}" presName="linNode" presStyleCnt="0"/>
      <dgm:spPr/>
    </dgm:pt>
    <dgm:pt modelId="{1D61FFC4-CEF7-4688-BCB8-DD34EF25126A}" type="pres">
      <dgm:prSet presAssocID="{C2B4197E-A8AC-4C09-B6AD-7EBD3A1DF4E0}" presName="parentShp" presStyleLbl="node1" presStyleIdx="3" presStyleCnt="4">
        <dgm:presLayoutVars>
          <dgm:bulletEnabled val="1"/>
        </dgm:presLayoutVars>
      </dgm:prSet>
      <dgm:spPr/>
    </dgm:pt>
    <dgm:pt modelId="{8DE997DF-8546-4EBE-BA14-197D79174C4B}" type="pres">
      <dgm:prSet presAssocID="{C2B4197E-A8AC-4C09-B6AD-7EBD3A1DF4E0}" presName="childShp" presStyleLbl="bgAccFollowNode1" presStyleIdx="3" presStyleCnt="4" custScaleY="130194">
        <dgm:presLayoutVars>
          <dgm:bulletEnabled val="1"/>
        </dgm:presLayoutVars>
      </dgm:prSet>
      <dgm:spPr/>
    </dgm:pt>
  </dgm:ptLst>
  <dgm:cxnLst>
    <dgm:cxn modelId="{469C8D07-AFED-4EE1-B30F-AA5063B763B2}" type="presOf" srcId="{F8D3DA70-02FE-4FF1-A422-DF0475369E4C}" destId="{1D53AB51-6731-469B-B88C-3902960F5252}" srcOrd="0" destOrd="0" presId="urn:microsoft.com/office/officeart/2005/8/layout/vList6"/>
    <dgm:cxn modelId="{5F07A70F-6C60-40AA-88AC-C3E6B1DA4900}" srcId="{F5713CF8-7421-46C3-A6D0-75C8F54C0B3B}" destId="{6566E556-EAFC-4C9F-8DB1-F11DF3FFF97E}" srcOrd="0" destOrd="0" parTransId="{13274CBE-FF85-4D0D-B7DD-AA9046ED4054}" sibTransId="{A4D82FE3-0E89-462A-BDEF-BF471001F74B}"/>
    <dgm:cxn modelId="{FE65DD1A-5454-4D07-AD22-865153144E11}" type="presOf" srcId="{67725019-05BB-4300-806E-BF5081F89161}" destId="{8DE997DF-8546-4EBE-BA14-197D79174C4B}" srcOrd="0" destOrd="1" presId="urn:microsoft.com/office/officeart/2005/8/layout/vList6"/>
    <dgm:cxn modelId="{68395725-B2DB-4C69-9DB3-FEE4E4280B19}" srcId="{75F4F8CA-4C98-4AE4-91A4-E9FF0C98A225}" destId="{93660A1A-5699-4502-9E25-B45FB819F80C}" srcOrd="0" destOrd="0" parTransId="{C8354286-191A-4C0A-B2FA-51D9935B51A0}" sibTransId="{99EAC5BD-DBC9-4279-96E1-52DFDA98032F}"/>
    <dgm:cxn modelId="{58610539-556C-49E6-8BA3-524FB19E34BD}" srcId="{75F4F8CA-4C98-4AE4-91A4-E9FF0C98A225}" destId="{C2B4197E-A8AC-4C09-B6AD-7EBD3A1DF4E0}" srcOrd="3" destOrd="0" parTransId="{AA784057-5593-4CFC-8422-CB1AC560F0A1}" sibTransId="{DEF98A2A-B36A-42E6-8251-DED6B0B0A6D6}"/>
    <dgm:cxn modelId="{7970FD3C-A62A-42F0-9962-06408134B3CA}" srcId="{C2B4197E-A8AC-4C09-B6AD-7EBD3A1DF4E0}" destId="{67725019-05BB-4300-806E-BF5081F89161}" srcOrd="1" destOrd="0" parTransId="{111AA11E-F149-4D6B-A609-ED7BE9E76588}" sibTransId="{92ABA4D0-3FD3-4E34-87CC-5B811C6913E1}"/>
    <dgm:cxn modelId="{B9C03A5E-4F1F-47D2-8A88-D12697626C2C}" srcId="{93660A1A-5699-4502-9E25-B45FB819F80C}" destId="{7DC6E46E-F83F-4D1B-A358-846921352ADF}" srcOrd="0" destOrd="0" parTransId="{42985109-0975-4DB6-AF99-35C0CEE93C7B}" sibTransId="{6B744D4A-2F0D-4918-A33F-F46181989A5D}"/>
    <dgm:cxn modelId="{5033B164-34F5-4879-8463-A7D4303A63E3}" type="presOf" srcId="{75F4F8CA-4C98-4AE4-91A4-E9FF0C98A225}" destId="{F545B4D0-891E-44FC-981E-60EF672AB245}" srcOrd="0" destOrd="0" presId="urn:microsoft.com/office/officeart/2005/8/layout/vList6"/>
    <dgm:cxn modelId="{33518956-A524-4B35-978D-140B12D0588B}" type="presOf" srcId="{F5713CF8-7421-46C3-A6D0-75C8F54C0B3B}" destId="{6F73FA54-8F20-4750-AC27-D5B129FA7922}" srcOrd="0" destOrd="0" presId="urn:microsoft.com/office/officeart/2005/8/layout/vList6"/>
    <dgm:cxn modelId="{A051D783-72F7-4D5F-8438-FB8535F36506}" type="presOf" srcId="{7DC6E46E-F83F-4D1B-A358-846921352ADF}" destId="{D4AB7C51-364F-470F-9FB8-DBAB28C7F7E4}" srcOrd="0" destOrd="0" presId="urn:microsoft.com/office/officeart/2005/8/layout/vList6"/>
    <dgm:cxn modelId="{7E79D087-67EF-4579-A3FC-1498553F9930}" srcId="{F8D3DA70-02FE-4FF1-A422-DF0475369E4C}" destId="{C53DB045-77D4-45EC-87AB-1495825D0D6D}" srcOrd="0" destOrd="0" parTransId="{49422E69-9209-4062-AF89-92805D6E7234}" sibTransId="{DFCE5B96-90E5-480F-8BFC-9E292394C5AD}"/>
    <dgm:cxn modelId="{96144993-EE89-4483-A3C2-8B75AE476B09}" type="presOf" srcId="{6566E556-EAFC-4C9F-8DB1-F11DF3FFF97E}" destId="{626D79A7-64E5-4D12-8880-DA6DB28B6023}" srcOrd="0" destOrd="0" presId="urn:microsoft.com/office/officeart/2005/8/layout/vList6"/>
    <dgm:cxn modelId="{B665DF93-5F86-4E4C-9694-BA667B0DD894}" srcId="{C2B4197E-A8AC-4C09-B6AD-7EBD3A1DF4E0}" destId="{A149201E-1CAC-43E2-95FB-8A2D4EAB894C}" srcOrd="0" destOrd="0" parTransId="{341254DF-9C1C-404A-B0A4-F14DEF3D63D5}" sibTransId="{9180E4AD-5561-4F0E-BF6D-32FF82AC878F}"/>
    <dgm:cxn modelId="{7D1B98A8-7A58-4884-BB45-F2ED4386B60A}" type="presOf" srcId="{93660A1A-5699-4502-9E25-B45FB819F80C}" destId="{6115C342-4D06-4679-A2D6-A79F5DE053D7}" srcOrd="0" destOrd="0" presId="urn:microsoft.com/office/officeart/2005/8/layout/vList6"/>
    <dgm:cxn modelId="{F871FFB7-ED81-4FEC-A44C-C91E999D19DC}" type="presOf" srcId="{A149201E-1CAC-43E2-95FB-8A2D4EAB894C}" destId="{8DE997DF-8546-4EBE-BA14-197D79174C4B}" srcOrd="0" destOrd="0" presId="urn:microsoft.com/office/officeart/2005/8/layout/vList6"/>
    <dgm:cxn modelId="{F6EBDEC5-A86B-4367-B0A3-08C2AC7607E8}" srcId="{75F4F8CA-4C98-4AE4-91A4-E9FF0C98A225}" destId="{F5713CF8-7421-46C3-A6D0-75C8F54C0B3B}" srcOrd="1" destOrd="0" parTransId="{6CD24159-79FA-4EBA-8ACB-B3C3048E7524}" sibTransId="{AB7349F7-1499-4453-8569-20D0B0B0F0DF}"/>
    <dgm:cxn modelId="{A68811CA-3DF2-47E5-A3C0-7F4CB77753D9}" type="presOf" srcId="{C2B4197E-A8AC-4C09-B6AD-7EBD3A1DF4E0}" destId="{1D61FFC4-CEF7-4688-BCB8-DD34EF25126A}" srcOrd="0" destOrd="0" presId="urn:microsoft.com/office/officeart/2005/8/layout/vList6"/>
    <dgm:cxn modelId="{BED822CF-E7AD-4503-A7A0-F54C96EA3E71}" type="presOf" srcId="{C53DB045-77D4-45EC-87AB-1495825D0D6D}" destId="{E5D74E22-D7B8-485B-96D3-C53252B64555}" srcOrd="0" destOrd="0" presId="urn:microsoft.com/office/officeart/2005/8/layout/vList6"/>
    <dgm:cxn modelId="{84B0DCE4-CA36-4510-8B42-01BB536872FA}" srcId="{75F4F8CA-4C98-4AE4-91A4-E9FF0C98A225}" destId="{F8D3DA70-02FE-4FF1-A422-DF0475369E4C}" srcOrd="2" destOrd="0" parTransId="{D1616426-0434-4941-9F56-AE601E6F0154}" sibTransId="{3005C213-E70E-4F51-9E3B-4AF5A47D6AE9}"/>
    <dgm:cxn modelId="{9ADDDE58-DC4F-441F-9584-A9F09329DA8D}" type="presParOf" srcId="{F545B4D0-891E-44FC-981E-60EF672AB245}" destId="{CBDD0545-CED6-405D-B7F9-0DECE770D299}" srcOrd="0" destOrd="0" presId="urn:microsoft.com/office/officeart/2005/8/layout/vList6"/>
    <dgm:cxn modelId="{E00F1323-C107-4960-B518-97BF4CEED515}" type="presParOf" srcId="{CBDD0545-CED6-405D-B7F9-0DECE770D299}" destId="{6115C342-4D06-4679-A2D6-A79F5DE053D7}" srcOrd="0" destOrd="0" presId="urn:microsoft.com/office/officeart/2005/8/layout/vList6"/>
    <dgm:cxn modelId="{1CA9D73F-11FB-45F5-A5E9-6F5A4E85F983}" type="presParOf" srcId="{CBDD0545-CED6-405D-B7F9-0DECE770D299}" destId="{D4AB7C51-364F-470F-9FB8-DBAB28C7F7E4}" srcOrd="1" destOrd="0" presId="urn:microsoft.com/office/officeart/2005/8/layout/vList6"/>
    <dgm:cxn modelId="{1F0E2E21-6EBB-45EC-97FF-CC9847E60BD3}" type="presParOf" srcId="{F545B4D0-891E-44FC-981E-60EF672AB245}" destId="{E2BC8A3F-A298-441B-BF01-3D68E12BC93D}" srcOrd="1" destOrd="0" presId="urn:microsoft.com/office/officeart/2005/8/layout/vList6"/>
    <dgm:cxn modelId="{0A56C442-979B-4DA1-96D7-B2450F01CC9D}" type="presParOf" srcId="{F545B4D0-891E-44FC-981E-60EF672AB245}" destId="{B77CD471-2AC8-4848-8CDF-E6DE74AE4813}" srcOrd="2" destOrd="0" presId="urn:microsoft.com/office/officeart/2005/8/layout/vList6"/>
    <dgm:cxn modelId="{3D476855-855E-4D1C-A5DD-D25AAB7C4A25}" type="presParOf" srcId="{B77CD471-2AC8-4848-8CDF-E6DE74AE4813}" destId="{6F73FA54-8F20-4750-AC27-D5B129FA7922}" srcOrd="0" destOrd="0" presId="urn:microsoft.com/office/officeart/2005/8/layout/vList6"/>
    <dgm:cxn modelId="{67E3CECC-61EF-4338-A1A7-05B61658048C}" type="presParOf" srcId="{B77CD471-2AC8-4848-8CDF-E6DE74AE4813}" destId="{626D79A7-64E5-4D12-8880-DA6DB28B6023}" srcOrd="1" destOrd="0" presId="urn:microsoft.com/office/officeart/2005/8/layout/vList6"/>
    <dgm:cxn modelId="{42E2D44F-E3C3-4650-896A-4B91926D93E7}" type="presParOf" srcId="{F545B4D0-891E-44FC-981E-60EF672AB245}" destId="{A8E1C34C-D237-4C13-BB30-4B8ED9ECBF3A}" srcOrd="3" destOrd="0" presId="urn:microsoft.com/office/officeart/2005/8/layout/vList6"/>
    <dgm:cxn modelId="{4491F614-72DA-4990-BF2E-A6AF5099DD50}" type="presParOf" srcId="{F545B4D0-891E-44FC-981E-60EF672AB245}" destId="{1332501F-B197-43C7-A3AD-12828AE37922}" srcOrd="4" destOrd="0" presId="urn:microsoft.com/office/officeart/2005/8/layout/vList6"/>
    <dgm:cxn modelId="{EA7A614B-5FD9-4207-B91F-AD60D5807E65}" type="presParOf" srcId="{1332501F-B197-43C7-A3AD-12828AE37922}" destId="{1D53AB51-6731-469B-B88C-3902960F5252}" srcOrd="0" destOrd="0" presId="urn:microsoft.com/office/officeart/2005/8/layout/vList6"/>
    <dgm:cxn modelId="{19B45DFA-C528-4069-B165-95D23A356FA5}" type="presParOf" srcId="{1332501F-B197-43C7-A3AD-12828AE37922}" destId="{E5D74E22-D7B8-485B-96D3-C53252B64555}" srcOrd="1" destOrd="0" presId="urn:microsoft.com/office/officeart/2005/8/layout/vList6"/>
    <dgm:cxn modelId="{09FB95FC-BC73-45FF-8076-E1F3DF91AD68}" type="presParOf" srcId="{F545B4D0-891E-44FC-981E-60EF672AB245}" destId="{6CF1A39E-2C2E-460F-B0D2-A76A04AC1BE1}" srcOrd="5" destOrd="0" presId="urn:microsoft.com/office/officeart/2005/8/layout/vList6"/>
    <dgm:cxn modelId="{98B02656-39A0-43C9-9053-FF70164846C0}" type="presParOf" srcId="{F545B4D0-891E-44FC-981E-60EF672AB245}" destId="{53FDB61E-EE32-4507-8B0C-71260F22A9E6}" srcOrd="6" destOrd="0" presId="urn:microsoft.com/office/officeart/2005/8/layout/vList6"/>
    <dgm:cxn modelId="{629F2225-2957-488B-A195-707499F3E049}" type="presParOf" srcId="{53FDB61E-EE32-4507-8B0C-71260F22A9E6}" destId="{1D61FFC4-CEF7-4688-BCB8-DD34EF25126A}" srcOrd="0" destOrd="0" presId="urn:microsoft.com/office/officeart/2005/8/layout/vList6"/>
    <dgm:cxn modelId="{8FD0EA7C-D635-45BD-9477-DCBDEF34DC4E}" type="presParOf" srcId="{53FDB61E-EE32-4507-8B0C-71260F22A9E6}" destId="{8DE997DF-8546-4EBE-BA14-197D79174C4B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FE8BD-722C-4D37-B85A-244F3987AC24}">
      <dsp:nvSpPr>
        <dsp:cNvPr id="0" name=""/>
        <dsp:cNvSpPr/>
      </dsp:nvSpPr>
      <dsp:spPr>
        <a:xfrm>
          <a:off x="3251199" y="1896533"/>
          <a:ext cx="1625600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STM32 </a:t>
          </a:r>
          <a:r>
            <a:rPr lang="fr-FR" sz="1800" kern="1200" dirty="0" err="1"/>
            <a:t>Cryptography</a:t>
          </a:r>
          <a:r>
            <a:rPr lang="fr-FR" sz="1800" kern="1200" dirty="0"/>
            <a:t> </a:t>
          </a:r>
          <a:r>
            <a:rPr lang="fr-FR" sz="1800" kern="1200" dirty="0" err="1"/>
            <a:t>Peripherals</a:t>
          </a:r>
          <a:endParaRPr lang="en-US" sz="1800" kern="1200" dirty="0"/>
        </a:p>
      </dsp:txBody>
      <dsp:txXfrm>
        <a:off x="3330554" y="1975888"/>
        <a:ext cx="1466890" cy="1466890"/>
      </dsp:txXfrm>
    </dsp:sp>
    <dsp:sp modelId="{81783770-82EF-4031-A5F1-C99627AA24FF}">
      <dsp:nvSpPr>
        <dsp:cNvPr id="0" name=""/>
        <dsp:cNvSpPr/>
      </dsp:nvSpPr>
      <dsp:spPr>
        <a:xfrm rot="16200000">
          <a:off x="3660542" y="1493075"/>
          <a:ext cx="80691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691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48C566-D653-4563-8066-51BC72DFC98D}">
      <dsp:nvSpPr>
        <dsp:cNvPr id="0" name=""/>
        <dsp:cNvSpPr/>
      </dsp:nvSpPr>
      <dsp:spPr>
        <a:xfrm>
          <a:off x="3519423" y="465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Advanced </a:t>
          </a:r>
          <a:r>
            <a:rPr lang="fr-FR" sz="1500" kern="1200" dirty="0" err="1"/>
            <a:t>Encryption</a:t>
          </a:r>
          <a:r>
            <a:rPr lang="fr-FR" sz="1500" kern="1200" dirty="0"/>
            <a:t> Standard (AES)</a:t>
          </a:r>
          <a:endParaRPr lang="en-US" sz="1500" kern="1200" dirty="0"/>
        </a:p>
      </dsp:txBody>
      <dsp:txXfrm>
        <a:off x="3572591" y="53633"/>
        <a:ext cx="982816" cy="982816"/>
      </dsp:txXfrm>
    </dsp:sp>
    <dsp:sp modelId="{E26A1A73-D6F6-4695-9875-3CBC479BB3BB}">
      <dsp:nvSpPr>
        <dsp:cNvPr id="0" name=""/>
        <dsp:cNvSpPr/>
      </dsp:nvSpPr>
      <dsp:spPr>
        <a:xfrm>
          <a:off x="4876800" y="2709333"/>
          <a:ext cx="80691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691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AF0E37-F732-4D64-991D-16DC9094EAF5}">
      <dsp:nvSpPr>
        <dsp:cNvPr id="0" name=""/>
        <dsp:cNvSpPr/>
      </dsp:nvSpPr>
      <dsp:spPr>
        <a:xfrm>
          <a:off x="5683715" y="2164757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Public Key Accelerator (PKA)</a:t>
          </a:r>
          <a:endParaRPr lang="en-US" sz="1400" kern="1200" dirty="0"/>
        </a:p>
      </dsp:txBody>
      <dsp:txXfrm>
        <a:off x="5736883" y="2217925"/>
        <a:ext cx="982816" cy="982816"/>
      </dsp:txXfrm>
    </dsp:sp>
    <dsp:sp modelId="{BFA5647D-4B53-40CB-983C-8A315A779980}">
      <dsp:nvSpPr>
        <dsp:cNvPr id="0" name=""/>
        <dsp:cNvSpPr/>
      </dsp:nvSpPr>
      <dsp:spPr>
        <a:xfrm rot="5400000">
          <a:off x="3660542" y="3925591"/>
          <a:ext cx="80691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691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C4D83-FE46-4E3B-965D-1CDF729B1454}">
      <dsp:nvSpPr>
        <dsp:cNvPr id="0" name=""/>
        <dsp:cNvSpPr/>
      </dsp:nvSpPr>
      <dsp:spPr>
        <a:xfrm>
          <a:off x="3519423" y="4329049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Secure Advanced </a:t>
          </a:r>
          <a:r>
            <a:rPr lang="fr-FR" sz="1300" kern="1200" dirty="0" err="1"/>
            <a:t>Encryption</a:t>
          </a:r>
          <a:r>
            <a:rPr lang="fr-FR" sz="1300" kern="1200" dirty="0"/>
            <a:t> Standard (SAES)</a:t>
          </a:r>
          <a:endParaRPr lang="en-US" sz="1300" kern="1200" dirty="0"/>
        </a:p>
      </dsp:txBody>
      <dsp:txXfrm>
        <a:off x="3572591" y="4382217"/>
        <a:ext cx="982816" cy="982816"/>
      </dsp:txXfrm>
    </dsp:sp>
    <dsp:sp modelId="{5FF96B04-851C-4DE8-AFFF-7DAE23045644}">
      <dsp:nvSpPr>
        <dsp:cNvPr id="0" name=""/>
        <dsp:cNvSpPr/>
      </dsp:nvSpPr>
      <dsp:spPr>
        <a:xfrm rot="10800000">
          <a:off x="2444284" y="2709333"/>
          <a:ext cx="80691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691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5077F6-536B-460B-9D16-976F8A769037}">
      <dsp:nvSpPr>
        <dsp:cNvPr id="0" name=""/>
        <dsp:cNvSpPr/>
      </dsp:nvSpPr>
      <dsp:spPr>
        <a:xfrm>
          <a:off x="1355132" y="2164757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 err="1"/>
            <a:t>Random</a:t>
          </a:r>
          <a:r>
            <a:rPr lang="fr-FR" sz="1500" kern="1200" dirty="0"/>
            <a:t> </a:t>
          </a:r>
          <a:r>
            <a:rPr lang="fr-FR" sz="1500" kern="1200" dirty="0" err="1"/>
            <a:t>Number</a:t>
          </a:r>
          <a:r>
            <a:rPr lang="fr-FR" sz="1500" kern="1200" dirty="0"/>
            <a:t> </a:t>
          </a:r>
          <a:r>
            <a:rPr lang="fr-FR" sz="1500" kern="1200" dirty="0" err="1"/>
            <a:t>Generator</a:t>
          </a:r>
          <a:r>
            <a:rPr lang="fr-FR" sz="1500" kern="1200" dirty="0"/>
            <a:t> ( RNG)</a:t>
          </a:r>
          <a:endParaRPr lang="en-US" sz="1500" kern="1200" dirty="0"/>
        </a:p>
      </dsp:txBody>
      <dsp:txXfrm>
        <a:off x="1408300" y="2217925"/>
        <a:ext cx="982816" cy="98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FE8BD-722C-4D37-B85A-244F3987AC24}">
      <dsp:nvSpPr>
        <dsp:cNvPr id="0" name=""/>
        <dsp:cNvSpPr/>
      </dsp:nvSpPr>
      <dsp:spPr>
        <a:xfrm>
          <a:off x="3296623" y="2113816"/>
          <a:ext cx="1625600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STM32 </a:t>
          </a:r>
          <a:r>
            <a:rPr lang="fr-FR" sz="1800" kern="1200" dirty="0" err="1"/>
            <a:t>Cryptography</a:t>
          </a:r>
          <a:r>
            <a:rPr lang="fr-FR" sz="1800" kern="1200" dirty="0"/>
            <a:t> </a:t>
          </a:r>
          <a:r>
            <a:rPr lang="fr-FR" sz="1800" kern="1200" dirty="0" err="1"/>
            <a:t>Peripherals</a:t>
          </a:r>
          <a:endParaRPr lang="en-US" sz="1800" kern="1200" dirty="0"/>
        </a:p>
      </dsp:txBody>
      <dsp:txXfrm>
        <a:off x="3375978" y="2193171"/>
        <a:ext cx="1466890" cy="1466890"/>
      </dsp:txXfrm>
    </dsp:sp>
    <dsp:sp modelId="{81783770-82EF-4031-A5F1-C99627AA24FF}">
      <dsp:nvSpPr>
        <dsp:cNvPr id="0" name=""/>
        <dsp:cNvSpPr/>
      </dsp:nvSpPr>
      <dsp:spPr>
        <a:xfrm rot="16200000">
          <a:off x="3650402" y="1654796"/>
          <a:ext cx="91804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1804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48C566-D653-4563-8066-51BC72DFC98D}">
      <dsp:nvSpPr>
        <dsp:cNvPr id="0" name=""/>
        <dsp:cNvSpPr/>
      </dsp:nvSpPr>
      <dsp:spPr>
        <a:xfrm>
          <a:off x="3564847" y="106623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Advanced </a:t>
          </a:r>
          <a:r>
            <a:rPr lang="fr-FR" sz="1500" kern="1200" dirty="0" err="1"/>
            <a:t>Encryption</a:t>
          </a:r>
          <a:r>
            <a:rPr lang="fr-FR" sz="1500" kern="1200" dirty="0"/>
            <a:t> Standard (AES)</a:t>
          </a:r>
          <a:endParaRPr lang="en-US" sz="1500" kern="1200" dirty="0"/>
        </a:p>
      </dsp:txBody>
      <dsp:txXfrm>
        <a:off x="3618015" y="159791"/>
        <a:ext cx="982816" cy="982816"/>
      </dsp:txXfrm>
    </dsp:sp>
    <dsp:sp modelId="{E26A1A73-D6F6-4695-9875-3CBC479BB3BB}">
      <dsp:nvSpPr>
        <dsp:cNvPr id="0" name=""/>
        <dsp:cNvSpPr/>
      </dsp:nvSpPr>
      <dsp:spPr>
        <a:xfrm rot="20520000">
          <a:off x="4901466" y="2531469"/>
          <a:ext cx="8481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4818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AF0E37-F732-4D64-991D-16DC9094EAF5}">
      <dsp:nvSpPr>
        <dsp:cNvPr id="0" name=""/>
        <dsp:cNvSpPr/>
      </dsp:nvSpPr>
      <dsp:spPr>
        <a:xfrm>
          <a:off x="5728897" y="1678897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Public Key Accelerator (PKA)</a:t>
          </a:r>
          <a:endParaRPr lang="en-US" sz="1400" kern="1200" dirty="0"/>
        </a:p>
      </dsp:txBody>
      <dsp:txXfrm>
        <a:off x="5782065" y="1732065"/>
        <a:ext cx="982816" cy="982816"/>
      </dsp:txXfrm>
    </dsp:sp>
    <dsp:sp modelId="{BFA5647D-4B53-40CB-983C-8A315A779980}">
      <dsp:nvSpPr>
        <dsp:cNvPr id="0" name=""/>
        <dsp:cNvSpPr/>
      </dsp:nvSpPr>
      <dsp:spPr>
        <a:xfrm rot="3240000">
          <a:off x="4576785" y="3981153"/>
          <a:ext cx="59760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9760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C4D83-FE46-4E3B-965D-1CDF729B1454}">
      <dsp:nvSpPr>
        <dsp:cNvPr id="0" name=""/>
        <dsp:cNvSpPr/>
      </dsp:nvSpPr>
      <dsp:spPr>
        <a:xfrm>
          <a:off x="4902303" y="4222891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Secure Advanced </a:t>
          </a:r>
          <a:r>
            <a:rPr lang="fr-FR" sz="1300" kern="1200" dirty="0" err="1"/>
            <a:t>Encryption</a:t>
          </a:r>
          <a:r>
            <a:rPr lang="fr-FR" sz="1300" kern="1200" dirty="0"/>
            <a:t> Standard (SAES)</a:t>
          </a:r>
          <a:endParaRPr lang="en-US" sz="1300" kern="1200" dirty="0"/>
        </a:p>
      </dsp:txBody>
      <dsp:txXfrm>
        <a:off x="4955471" y="4276059"/>
        <a:ext cx="982816" cy="982816"/>
      </dsp:txXfrm>
    </dsp:sp>
    <dsp:sp modelId="{5FF96B04-851C-4DE8-AFFF-7DAE23045644}">
      <dsp:nvSpPr>
        <dsp:cNvPr id="0" name=""/>
        <dsp:cNvSpPr/>
      </dsp:nvSpPr>
      <dsp:spPr>
        <a:xfrm rot="7560000">
          <a:off x="3044452" y="3981153"/>
          <a:ext cx="59760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9760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5077F6-536B-460B-9D16-976F8A769037}">
      <dsp:nvSpPr>
        <dsp:cNvPr id="0" name=""/>
        <dsp:cNvSpPr/>
      </dsp:nvSpPr>
      <dsp:spPr>
        <a:xfrm>
          <a:off x="2227390" y="4222891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 err="1"/>
            <a:t>Random</a:t>
          </a:r>
          <a:r>
            <a:rPr lang="fr-FR" sz="1500" kern="1200" dirty="0"/>
            <a:t> </a:t>
          </a:r>
          <a:r>
            <a:rPr lang="fr-FR" sz="1500" kern="1200" dirty="0" err="1"/>
            <a:t>Number</a:t>
          </a:r>
          <a:r>
            <a:rPr lang="fr-FR" sz="1500" kern="1200" dirty="0"/>
            <a:t> </a:t>
          </a:r>
          <a:r>
            <a:rPr lang="fr-FR" sz="1500" kern="1200" dirty="0" err="1"/>
            <a:t>Generator</a:t>
          </a:r>
          <a:r>
            <a:rPr lang="fr-FR" sz="1500" kern="1200" dirty="0"/>
            <a:t> ( RNG)</a:t>
          </a:r>
          <a:endParaRPr lang="en-US" sz="1500" kern="1200" dirty="0"/>
        </a:p>
      </dsp:txBody>
      <dsp:txXfrm>
        <a:off x="2280558" y="4276059"/>
        <a:ext cx="982816" cy="982816"/>
      </dsp:txXfrm>
    </dsp:sp>
    <dsp:sp modelId="{E1066E93-7092-41A2-BAFF-01A3ADB2E9B6}">
      <dsp:nvSpPr>
        <dsp:cNvPr id="0" name=""/>
        <dsp:cNvSpPr/>
      </dsp:nvSpPr>
      <dsp:spPr>
        <a:xfrm rot="11895098">
          <a:off x="2594572" y="2545794"/>
          <a:ext cx="72016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20166" y="0"/>
              </a:lnTo>
            </a:path>
          </a:pathLst>
        </a:cu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882D8-4FC8-40D9-9A96-BCFBEA20E6BD}">
      <dsp:nvSpPr>
        <dsp:cNvPr id="0" name=""/>
        <dsp:cNvSpPr/>
      </dsp:nvSpPr>
      <dsp:spPr>
        <a:xfrm>
          <a:off x="1341843" y="1634580"/>
          <a:ext cx="1270844" cy="1177776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 err="1"/>
            <a:t>Coupling</a:t>
          </a:r>
          <a:r>
            <a:rPr lang="fr-FR" sz="1500" kern="1200" dirty="0"/>
            <a:t> and </a:t>
          </a:r>
          <a:r>
            <a:rPr lang="fr-FR" sz="1500" kern="1200" dirty="0" err="1"/>
            <a:t>Chaining</a:t>
          </a:r>
          <a:r>
            <a:rPr lang="fr-FR" sz="1500" kern="1200" dirty="0"/>
            <a:t> Bridge (CCB)</a:t>
          </a:r>
          <a:endParaRPr lang="en-US" sz="1500" kern="1200" dirty="0"/>
        </a:p>
      </dsp:txBody>
      <dsp:txXfrm>
        <a:off x="1399337" y="1692074"/>
        <a:ext cx="1155856" cy="1062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FE8BD-722C-4D37-B85A-244F3987AC24}">
      <dsp:nvSpPr>
        <dsp:cNvPr id="0" name=""/>
        <dsp:cNvSpPr/>
      </dsp:nvSpPr>
      <dsp:spPr>
        <a:xfrm>
          <a:off x="3296623" y="2113816"/>
          <a:ext cx="1625600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STM32 </a:t>
          </a:r>
          <a:r>
            <a:rPr lang="fr-FR" sz="1800" kern="1200" dirty="0" err="1"/>
            <a:t>Cryptography</a:t>
          </a:r>
          <a:r>
            <a:rPr lang="fr-FR" sz="1800" kern="1200" dirty="0"/>
            <a:t> </a:t>
          </a:r>
          <a:r>
            <a:rPr lang="fr-FR" sz="1800" kern="1200" dirty="0" err="1"/>
            <a:t>Peripherals</a:t>
          </a:r>
          <a:endParaRPr lang="en-US" sz="1800" kern="1200" dirty="0"/>
        </a:p>
      </dsp:txBody>
      <dsp:txXfrm>
        <a:off x="3375978" y="2193171"/>
        <a:ext cx="1466890" cy="1466890"/>
      </dsp:txXfrm>
    </dsp:sp>
    <dsp:sp modelId="{81783770-82EF-4031-A5F1-C99627AA24FF}">
      <dsp:nvSpPr>
        <dsp:cNvPr id="0" name=""/>
        <dsp:cNvSpPr/>
      </dsp:nvSpPr>
      <dsp:spPr>
        <a:xfrm rot="16200000">
          <a:off x="3650402" y="1654796"/>
          <a:ext cx="91804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1804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48C566-D653-4563-8066-51BC72DFC98D}">
      <dsp:nvSpPr>
        <dsp:cNvPr id="0" name=""/>
        <dsp:cNvSpPr/>
      </dsp:nvSpPr>
      <dsp:spPr>
        <a:xfrm>
          <a:off x="3564847" y="106623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Advanced </a:t>
          </a:r>
          <a:r>
            <a:rPr lang="fr-FR" sz="1500" kern="1200" dirty="0" err="1"/>
            <a:t>Encryption</a:t>
          </a:r>
          <a:r>
            <a:rPr lang="fr-FR" sz="1500" kern="1200" dirty="0"/>
            <a:t> Standard (AES)</a:t>
          </a:r>
          <a:endParaRPr lang="en-US" sz="1500" kern="1200" dirty="0"/>
        </a:p>
      </dsp:txBody>
      <dsp:txXfrm>
        <a:off x="3618015" y="159791"/>
        <a:ext cx="982816" cy="982816"/>
      </dsp:txXfrm>
    </dsp:sp>
    <dsp:sp modelId="{E26A1A73-D6F6-4695-9875-3CBC479BB3BB}">
      <dsp:nvSpPr>
        <dsp:cNvPr id="0" name=""/>
        <dsp:cNvSpPr/>
      </dsp:nvSpPr>
      <dsp:spPr>
        <a:xfrm rot="20520000">
          <a:off x="4901466" y="2531469"/>
          <a:ext cx="8481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4818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AF0E37-F732-4D64-991D-16DC9094EAF5}">
      <dsp:nvSpPr>
        <dsp:cNvPr id="0" name=""/>
        <dsp:cNvSpPr/>
      </dsp:nvSpPr>
      <dsp:spPr>
        <a:xfrm>
          <a:off x="5728897" y="1678897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Public Key Accelerator (PKA)</a:t>
          </a:r>
          <a:endParaRPr lang="en-US" sz="1400" kern="1200" dirty="0"/>
        </a:p>
      </dsp:txBody>
      <dsp:txXfrm>
        <a:off x="5782065" y="1732065"/>
        <a:ext cx="982816" cy="982816"/>
      </dsp:txXfrm>
    </dsp:sp>
    <dsp:sp modelId="{BFA5647D-4B53-40CB-983C-8A315A779980}">
      <dsp:nvSpPr>
        <dsp:cNvPr id="0" name=""/>
        <dsp:cNvSpPr/>
      </dsp:nvSpPr>
      <dsp:spPr>
        <a:xfrm rot="3240000">
          <a:off x="4576785" y="3981153"/>
          <a:ext cx="59760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9760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C4D83-FE46-4E3B-965D-1CDF729B1454}">
      <dsp:nvSpPr>
        <dsp:cNvPr id="0" name=""/>
        <dsp:cNvSpPr/>
      </dsp:nvSpPr>
      <dsp:spPr>
        <a:xfrm>
          <a:off x="4902303" y="4222891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Secure Advanced </a:t>
          </a:r>
          <a:r>
            <a:rPr lang="fr-FR" sz="1300" kern="1200" dirty="0" err="1"/>
            <a:t>Encryption</a:t>
          </a:r>
          <a:r>
            <a:rPr lang="fr-FR" sz="1300" kern="1200" dirty="0"/>
            <a:t> Standard (SAES)</a:t>
          </a:r>
          <a:endParaRPr lang="en-US" sz="1300" kern="1200" dirty="0"/>
        </a:p>
      </dsp:txBody>
      <dsp:txXfrm>
        <a:off x="4955471" y="4276059"/>
        <a:ext cx="982816" cy="982816"/>
      </dsp:txXfrm>
    </dsp:sp>
    <dsp:sp modelId="{5FF96B04-851C-4DE8-AFFF-7DAE23045644}">
      <dsp:nvSpPr>
        <dsp:cNvPr id="0" name=""/>
        <dsp:cNvSpPr/>
      </dsp:nvSpPr>
      <dsp:spPr>
        <a:xfrm rot="7560000">
          <a:off x="3044452" y="3981153"/>
          <a:ext cx="59760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9760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5077F6-536B-460B-9D16-976F8A769037}">
      <dsp:nvSpPr>
        <dsp:cNvPr id="0" name=""/>
        <dsp:cNvSpPr/>
      </dsp:nvSpPr>
      <dsp:spPr>
        <a:xfrm>
          <a:off x="2227390" y="4222891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 err="1"/>
            <a:t>Random</a:t>
          </a:r>
          <a:r>
            <a:rPr lang="fr-FR" sz="1500" kern="1200" dirty="0"/>
            <a:t> </a:t>
          </a:r>
          <a:r>
            <a:rPr lang="fr-FR" sz="1500" kern="1200" dirty="0" err="1"/>
            <a:t>Number</a:t>
          </a:r>
          <a:r>
            <a:rPr lang="fr-FR" sz="1500" kern="1200" dirty="0"/>
            <a:t> </a:t>
          </a:r>
          <a:r>
            <a:rPr lang="fr-FR" sz="1500" kern="1200" dirty="0" err="1"/>
            <a:t>Generator</a:t>
          </a:r>
          <a:r>
            <a:rPr lang="fr-FR" sz="1500" kern="1200" dirty="0"/>
            <a:t> ( RNG)</a:t>
          </a:r>
          <a:endParaRPr lang="en-US" sz="1500" kern="1200" dirty="0"/>
        </a:p>
      </dsp:txBody>
      <dsp:txXfrm>
        <a:off x="2280558" y="4276059"/>
        <a:ext cx="982816" cy="982816"/>
      </dsp:txXfrm>
    </dsp:sp>
    <dsp:sp modelId="{E1066E93-7092-41A2-BAFF-01A3ADB2E9B6}">
      <dsp:nvSpPr>
        <dsp:cNvPr id="0" name=""/>
        <dsp:cNvSpPr/>
      </dsp:nvSpPr>
      <dsp:spPr>
        <a:xfrm rot="11895098">
          <a:off x="2594572" y="2545794"/>
          <a:ext cx="72016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20166" y="0"/>
              </a:lnTo>
            </a:path>
          </a:pathLst>
        </a:cu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882D8-4FC8-40D9-9A96-BCFBEA20E6BD}">
      <dsp:nvSpPr>
        <dsp:cNvPr id="0" name=""/>
        <dsp:cNvSpPr/>
      </dsp:nvSpPr>
      <dsp:spPr>
        <a:xfrm>
          <a:off x="1341843" y="1634580"/>
          <a:ext cx="1270844" cy="1177776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 err="1"/>
            <a:t>Coupling</a:t>
          </a:r>
          <a:r>
            <a:rPr lang="fr-FR" sz="1500" kern="1200" dirty="0"/>
            <a:t> and </a:t>
          </a:r>
          <a:r>
            <a:rPr lang="fr-FR" sz="1500" kern="1200" dirty="0" err="1"/>
            <a:t>Chaining</a:t>
          </a:r>
          <a:r>
            <a:rPr lang="fr-FR" sz="1500" kern="1200" dirty="0"/>
            <a:t> Bridge (CCB)</a:t>
          </a:r>
          <a:endParaRPr lang="en-US" sz="1500" kern="1200" dirty="0"/>
        </a:p>
      </dsp:txBody>
      <dsp:txXfrm>
        <a:off x="1399337" y="1692074"/>
        <a:ext cx="1155856" cy="1062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94D2A-97C7-47BA-8AD0-07952CA3CD8F}">
      <dsp:nvSpPr>
        <dsp:cNvPr id="0" name=""/>
        <dsp:cNvSpPr/>
      </dsp:nvSpPr>
      <dsp:spPr>
        <a:xfrm>
          <a:off x="2210327" y="0"/>
          <a:ext cx="2050398" cy="205060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9D634-6652-4D14-85D4-CEFE144C035E}">
      <dsp:nvSpPr>
        <dsp:cNvPr id="0" name=""/>
        <dsp:cNvSpPr/>
      </dsp:nvSpPr>
      <dsp:spPr>
        <a:xfrm>
          <a:off x="2663022" y="742264"/>
          <a:ext cx="1144238" cy="57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Digital Signature Verification</a:t>
          </a:r>
        </a:p>
      </dsp:txBody>
      <dsp:txXfrm>
        <a:off x="2663022" y="742264"/>
        <a:ext cx="1144238" cy="572060"/>
      </dsp:txXfrm>
    </dsp:sp>
    <dsp:sp modelId="{046E13F4-194F-48FA-AA4B-FCE01CD5F332}">
      <dsp:nvSpPr>
        <dsp:cNvPr id="0" name=""/>
        <dsp:cNvSpPr/>
      </dsp:nvSpPr>
      <dsp:spPr>
        <a:xfrm>
          <a:off x="1640708" y="1178378"/>
          <a:ext cx="2050398" cy="205060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D809B-81D4-4C19-B91E-4787C6118ACA}">
      <dsp:nvSpPr>
        <dsp:cNvPr id="0" name=""/>
        <dsp:cNvSpPr/>
      </dsp:nvSpPr>
      <dsp:spPr>
        <a:xfrm>
          <a:off x="2091095" y="1922818"/>
          <a:ext cx="1144238" cy="57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Secure Key Exchange</a:t>
          </a:r>
        </a:p>
      </dsp:txBody>
      <dsp:txXfrm>
        <a:off x="2091095" y="1922818"/>
        <a:ext cx="1144238" cy="572060"/>
      </dsp:txXfrm>
    </dsp:sp>
    <dsp:sp modelId="{55170B12-1C10-4764-8BCC-E95488BAC44E}">
      <dsp:nvSpPr>
        <dsp:cNvPr id="0" name=""/>
        <dsp:cNvSpPr/>
      </dsp:nvSpPr>
      <dsp:spPr>
        <a:xfrm>
          <a:off x="2210327" y="2361107"/>
          <a:ext cx="2050398" cy="205060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F7F30-122B-4AB2-B036-7B037E26F68A}">
      <dsp:nvSpPr>
        <dsp:cNvPr id="0" name=""/>
        <dsp:cNvSpPr/>
      </dsp:nvSpPr>
      <dsp:spPr>
        <a:xfrm>
          <a:off x="2663022" y="3103371"/>
          <a:ext cx="1144238" cy="57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Symmetric Encryption</a:t>
          </a:r>
        </a:p>
      </dsp:txBody>
      <dsp:txXfrm>
        <a:off x="2663022" y="3103371"/>
        <a:ext cx="1144238" cy="572060"/>
      </dsp:txXfrm>
    </dsp:sp>
    <dsp:sp modelId="{C1CF4639-A1B8-4E40-86F6-37F6050969DD}">
      <dsp:nvSpPr>
        <dsp:cNvPr id="0" name=""/>
        <dsp:cNvSpPr/>
      </dsp:nvSpPr>
      <dsp:spPr>
        <a:xfrm>
          <a:off x="1786862" y="3675432"/>
          <a:ext cx="1761550" cy="176240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D8DE4-11E0-4B52-9FB2-450FDDBBFC4D}">
      <dsp:nvSpPr>
        <dsp:cNvPr id="0" name=""/>
        <dsp:cNvSpPr/>
      </dsp:nvSpPr>
      <dsp:spPr>
        <a:xfrm>
          <a:off x="2091095" y="4283925"/>
          <a:ext cx="1144238" cy="57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Tag Verification</a:t>
          </a:r>
        </a:p>
      </dsp:txBody>
      <dsp:txXfrm>
        <a:off x="2091095" y="4283925"/>
        <a:ext cx="1144238" cy="5720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B7C51-364F-470F-9FB8-DBAB28C7F7E4}">
      <dsp:nvSpPr>
        <dsp:cNvPr id="0" name=""/>
        <dsp:cNvSpPr/>
      </dsp:nvSpPr>
      <dsp:spPr>
        <a:xfrm>
          <a:off x="3929793" y="155"/>
          <a:ext cx="5894689" cy="101097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Used for symmetric encryption and tag generation using AES GCM.</a:t>
          </a:r>
        </a:p>
      </dsp:txBody>
      <dsp:txXfrm>
        <a:off x="3929793" y="126527"/>
        <a:ext cx="5515574" cy="758230"/>
      </dsp:txXfrm>
    </dsp:sp>
    <dsp:sp modelId="{6115C342-4D06-4679-A2D6-A79F5DE053D7}">
      <dsp:nvSpPr>
        <dsp:cNvPr id="0" name=""/>
        <dsp:cNvSpPr/>
      </dsp:nvSpPr>
      <dsp:spPr>
        <a:xfrm>
          <a:off x="0" y="155"/>
          <a:ext cx="3929793" cy="1010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Advanced Encryption Standard (AES)</a:t>
          </a:r>
        </a:p>
      </dsp:txBody>
      <dsp:txXfrm>
        <a:off x="49352" y="49507"/>
        <a:ext cx="3831089" cy="912270"/>
      </dsp:txXfrm>
    </dsp:sp>
    <dsp:sp modelId="{626D79A7-64E5-4D12-8880-DA6DB28B6023}">
      <dsp:nvSpPr>
        <dsp:cNvPr id="0" name=""/>
        <dsp:cNvSpPr/>
      </dsp:nvSpPr>
      <dsp:spPr>
        <a:xfrm>
          <a:off x="3929793" y="1112226"/>
          <a:ext cx="5894689" cy="101097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more secure version of the AES peripheral which allows for wrapping symmetric keys with unique hardware keys.</a:t>
          </a:r>
        </a:p>
      </dsp:txBody>
      <dsp:txXfrm>
        <a:off x="3929793" y="1238598"/>
        <a:ext cx="5515574" cy="758230"/>
      </dsp:txXfrm>
    </dsp:sp>
    <dsp:sp modelId="{6F73FA54-8F20-4750-AC27-D5B129FA7922}">
      <dsp:nvSpPr>
        <dsp:cNvPr id="0" name=""/>
        <dsp:cNvSpPr/>
      </dsp:nvSpPr>
      <dsp:spPr>
        <a:xfrm>
          <a:off x="0" y="1112226"/>
          <a:ext cx="3929793" cy="1010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Secure Advanced Encryption Standard (SAES)</a:t>
          </a:r>
        </a:p>
      </dsp:txBody>
      <dsp:txXfrm>
        <a:off x="49352" y="1161578"/>
        <a:ext cx="3831089" cy="912270"/>
      </dsp:txXfrm>
    </dsp:sp>
    <dsp:sp modelId="{E5D74E22-D7B8-485B-96D3-C53252B64555}">
      <dsp:nvSpPr>
        <dsp:cNvPr id="0" name=""/>
        <dsp:cNvSpPr/>
      </dsp:nvSpPr>
      <dsp:spPr>
        <a:xfrm>
          <a:off x="3929793" y="2224298"/>
          <a:ext cx="5894689" cy="101097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Generates random numbers essential for many cryptography operations.</a:t>
          </a:r>
        </a:p>
      </dsp:txBody>
      <dsp:txXfrm>
        <a:off x="3929793" y="2350670"/>
        <a:ext cx="5515574" cy="758230"/>
      </dsp:txXfrm>
    </dsp:sp>
    <dsp:sp modelId="{1D53AB51-6731-469B-B88C-3902960F5252}">
      <dsp:nvSpPr>
        <dsp:cNvPr id="0" name=""/>
        <dsp:cNvSpPr/>
      </dsp:nvSpPr>
      <dsp:spPr>
        <a:xfrm>
          <a:off x="0" y="2224298"/>
          <a:ext cx="3929793" cy="1010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Random Number Generator (RNG)</a:t>
          </a:r>
        </a:p>
      </dsp:txBody>
      <dsp:txXfrm>
        <a:off x="49352" y="2273650"/>
        <a:ext cx="3831089" cy="912270"/>
      </dsp:txXfrm>
    </dsp:sp>
    <dsp:sp modelId="{8DE997DF-8546-4EBE-BA14-197D79174C4B}">
      <dsp:nvSpPr>
        <dsp:cNvPr id="0" name=""/>
        <dsp:cNvSpPr/>
      </dsp:nvSpPr>
      <dsp:spPr>
        <a:xfrm>
          <a:off x="3930752" y="3336370"/>
          <a:ext cx="5888933" cy="131622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Handles all asymmetric cryptography operations (ECDSA, ECDH)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Stores cryptographic data in its own dedicated RAM.</a:t>
          </a:r>
        </a:p>
      </dsp:txBody>
      <dsp:txXfrm>
        <a:off x="3930752" y="3500898"/>
        <a:ext cx="5395348" cy="987171"/>
      </dsp:txXfrm>
    </dsp:sp>
    <dsp:sp modelId="{1D61FFC4-CEF7-4688-BCB8-DD34EF25126A}">
      <dsp:nvSpPr>
        <dsp:cNvPr id="0" name=""/>
        <dsp:cNvSpPr/>
      </dsp:nvSpPr>
      <dsp:spPr>
        <a:xfrm>
          <a:off x="4797" y="3488996"/>
          <a:ext cx="3925955" cy="1010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Public Key Accelerator (PKA)</a:t>
          </a:r>
        </a:p>
      </dsp:txBody>
      <dsp:txXfrm>
        <a:off x="54149" y="3538348"/>
        <a:ext cx="3827251" cy="912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Hello </a:t>
            </a:r>
            <a:r>
              <a:rPr lang="fr-FR" dirty="0" err="1"/>
              <a:t>everyone</a:t>
            </a:r>
            <a:r>
              <a:rPr lang="fr-FR" dirty="0"/>
              <a:t> and </a:t>
            </a:r>
            <a:r>
              <a:rPr lang="fr-FR" dirty="0" err="1"/>
              <a:t>welcome</a:t>
            </a:r>
            <a:r>
              <a:rPr lang="fr-FR" dirty="0"/>
              <a:t>. I </a:t>
            </a:r>
            <a:r>
              <a:rPr lang="fr-FR" dirty="0" err="1"/>
              <a:t>would</a:t>
            </a:r>
            <a:r>
              <a:rPr lang="fr-FR" dirty="0"/>
              <a:t> like to </a:t>
            </a:r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everyone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today</a:t>
            </a:r>
            <a:r>
              <a:rPr lang="fr-FR" dirty="0"/>
              <a:t>, and </a:t>
            </a:r>
            <a:r>
              <a:rPr lang="fr-FR" dirty="0" err="1"/>
              <a:t>give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regards to the Jury </a:t>
            </a:r>
            <a:r>
              <a:rPr lang="fr-FR" dirty="0" err="1"/>
              <a:t>president</a:t>
            </a:r>
            <a:r>
              <a:rPr lang="fr-FR" dirty="0"/>
              <a:t> and reporter and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supervisors</a:t>
            </a:r>
            <a:r>
              <a:rPr lang="fr-FR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I </a:t>
            </a:r>
            <a:r>
              <a:rPr lang="fr-FR" dirty="0" err="1"/>
              <a:t>am</a:t>
            </a:r>
            <a:r>
              <a:rPr lang="fr-FR" dirty="0"/>
              <a:t> Youssef Ghriss, and </a:t>
            </a:r>
            <a:r>
              <a:rPr lang="fr-FR" dirty="0" err="1"/>
              <a:t>today</a:t>
            </a:r>
            <a:r>
              <a:rPr lang="fr-FR" dirty="0"/>
              <a:t>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 to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end of </a:t>
            </a:r>
            <a:r>
              <a:rPr lang="fr-FR" dirty="0" err="1"/>
              <a:t>studies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developped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STMicroelectronics  </a:t>
            </a:r>
            <a:r>
              <a:rPr lang="fr-FR" dirty="0" err="1"/>
              <a:t>entitled</a:t>
            </a:r>
            <a:r>
              <a:rPr lang="fr-FR" dirty="0"/>
              <a:t> « </a:t>
            </a:r>
            <a:r>
              <a:rPr lang="fr-FR" dirty="0" err="1"/>
              <a:t>demo</a:t>
            </a:r>
            <a:r>
              <a:rPr lang="fr-FR" dirty="0"/>
              <a:t> on new </a:t>
            </a:r>
            <a:r>
              <a:rPr lang="fr-FR" dirty="0" err="1"/>
              <a:t>cryptography</a:t>
            </a:r>
            <a:r>
              <a:rPr lang="fr-FR" dirty="0"/>
              <a:t> engine for stm32xx  MCU » </a:t>
            </a:r>
            <a:r>
              <a:rPr lang="fr-FR" dirty="0" err="1"/>
              <a:t>Hopefully</a:t>
            </a:r>
            <a:r>
              <a:rPr lang="fr-FR" dirty="0"/>
              <a:t> by the end of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words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mean</a:t>
            </a:r>
            <a:r>
              <a:rPr lang="fr-FR" dirty="0"/>
              <a:t> more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do </a:t>
            </a:r>
            <a:r>
              <a:rPr lang="fr-FR" dirty="0" err="1"/>
              <a:t>now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6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So the plan for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as </a:t>
            </a:r>
            <a:r>
              <a:rPr lang="fr-FR" dirty="0" err="1"/>
              <a:t>follows</a:t>
            </a:r>
            <a:r>
              <a:rPr lang="fr-FR" dirty="0"/>
              <a:t>.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first </a:t>
            </a:r>
            <a:r>
              <a:rPr lang="fr-FR" dirty="0" err="1"/>
              <a:t>introduce</a:t>
            </a:r>
            <a:r>
              <a:rPr lang="fr-FR" dirty="0"/>
              <a:t> the host </a:t>
            </a:r>
            <a:r>
              <a:rPr lang="fr-FR" dirty="0" err="1"/>
              <a:t>organization</a:t>
            </a:r>
            <a:r>
              <a:rPr lang="fr-FR" dirty="0"/>
              <a:t> and the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context</a:t>
            </a:r>
            <a:endParaRPr lang="fr-FR" dirty="0"/>
          </a:p>
          <a:p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look at x</a:t>
            </a:r>
          </a:p>
          <a:p>
            <a:r>
              <a:rPr lang="fr-FR" dirty="0" err="1"/>
              <a:t>Followed</a:t>
            </a:r>
            <a:r>
              <a:rPr lang="fr-FR" dirty="0"/>
              <a:t> by 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949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164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STMicroelectronics </a:t>
            </a:r>
            <a:r>
              <a:rPr lang="fr-FR" dirty="0" err="1"/>
              <a:t>is</a:t>
            </a:r>
            <a:r>
              <a:rPr lang="fr-FR" dirty="0"/>
              <a:t> the host </a:t>
            </a:r>
            <a:r>
              <a:rPr lang="fr-FR" dirty="0" err="1"/>
              <a:t>organization</a:t>
            </a:r>
            <a:r>
              <a:rPr lang="fr-FR" dirty="0"/>
              <a:t> of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. It </a:t>
            </a:r>
            <a:r>
              <a:rPr lang="fr-FR" dirty="0" err="1"/>
              <a:t>is</a:t>
            </a:r>
            <a:r>
              <a:rPr lang="fr-FR" dirty="0"/>
              <a:t> one of the </a:t>
            </a:r>
            <a:r>
              <a:rPr lang="fr-FR" dirty="0" err="1"/>
              <a:t>world’s</a:t>
            </a:r>
            <a:r>
              <a:rPr lang="fr-FR" dirty="0"/>
              <a:t> </a:t>
            </a:r>
            <a:r>
              <a:rPr lang="fr-FR" dirty="0" err="1"/>
              <a:t>largest</a:t>
            </a:r>
            <a:r>
              <a:rPr lang="fr-FR" dirty="0"/>
              <a:t> </a:t>
            </a:r>
            <a:r>
              <a:rPr lang="fr-FR" dirty="0" err="1"/>
              <a:t>semiconductor</a:t>
            </a:r>
            <a:r>
              <a:rPr lang="fr-FR" dirty="0"/>
              <a:t> </a:t>
            </a:r>
            <a:r>
              <a:rPr lang="fr-FR" dirty="0" err="1"/>
              <a:t>companies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over </a:t>
            </a:r>
            <a:r>
              <a:rPr lang="fr-FR" dirty="0" err="1"/>
              <a:t>bla</a:t>
            </a:r>
            <a:r>
              <a:rPr lang="fr-FR" dirty="0"/>
              <a:t> </a:t>
            </a:r>
            <a:r>
              <a:rPr lang="fr-FR" dirty="0" err="1"/>
              <a:t>bla</a:t>
            </a:r>
            <a:r>
              <a:rPr lang="fr-FR" dirty="0"/>
              <a:t> and </a:t>
            </a:r>
            <a:r>
              <a:rPr lang="fr-FR" dirty="0" err="1"/>
              <a:t>making</a:t>
            </a:r>
            <a:r>
              <a:rPr lang="fr-FR" dirty="0"/>
              <a:t> over 17 billion dollars in revenues in 2023.</a:t>
            </a:r>
          </a:p>
          <a:p>
            <a:endParaRPr lang="fr-FR" dirty="0"/>
          </a:p>
          <a:p>
            <a:r>
              <a:rPr lang="fr-FR" dirty="0"/>
              <a:t>ST </a:t>
            </a:r>
            <a:r>
              <a:rPr lang="fr-FR" dirty="0" err="1"/>
              <a:t>is</a:t>
            </a:r>
            <a:r>
              <a:rPr lang="fr-FR" dirty="0"/>
              <a:t> a key </a:t>
            </a:r>
            <a:r>
              <a:rPr lang="fr-FR" dirty="0" err="1"/>
              <a:t>player</a:t>
            </a:r>
            <a:r>
              <a:rPr lang="fr-FR" dirty="0"/>
              <a:t> in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sectors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 automotive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6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 err="1">
                <a:solidFill>
                  <a:srgbClr val="000000"/>
                </a:solidFill>
                <a:effectLst/>
                <a:latin typeface="Open_Sans"/>
              </a:rPr>
              <a:t>Let’s</a:t>
            </a:r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 talk more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Open_Sans"/>
              </a:rPr>
              <a:t>specifically</a:t>
            </a:r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 about ST Tunis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Open_Sans"/>
              </a:rPr>
              <a:t>which</a:t>
            </a:r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Open_Sans"/>
              </a:rPr>
              <a:t>is</a:t>
            </a:r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 an R&amp;D site for STMicroelectronics.</a:t>
            </a:r>
          </a:p>
          <a:p>
            <a:endParaRPr lang="fr-FR" b="0" i="0" dirty="0">
              <a:solidFill>
                <a:srgbClr val="000000"/>
              </a:solidFill>
              <a:effectLst/>
              <a:latin typeface="Open_Sans"/>
            </a:endParaRPr>
          </a:p>
          <a:p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This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Open_Sans"/>
              </a:rPr>
              <a:t>project</a:t>
            </a:r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Open_Sans"/>
              </a:rPr>
              <a:t>was</a:t>
            </a:r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Open_Sans"/>
              </a:rPr>
              <a:t>developped</a:t>
            </a:r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 and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Open_Sans"/>
              </a:rPr>
              <a:t>conceived</a:t>
            </a:r>
            <a:r>
              <a:rPr lang="fr-FR" b="0" i="0" dirty="0">
                <a:solidFill>
                  <a:srgbClr val="000000"/>
                </a:solidFill>
                <a:effectLst/>
                <a:latin typeface="Open_Sans"/>
              </a:rPr>
              <a:t> by the ST Support Solutions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9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As </a:t>
            </a:r>
            <a:r>
              <a:rPr lang="fr-FR" dirty="0" err="1"/>
              <a:t>Iot</a:t>
            </a:r>
            <a:r>
              <a:rPr lang="fr-FR" dirty="0"/>
              <a:t> </a:t>
            </a:r>
            <a:r>
              <a:rPr lang="fr-FR" dirty="0" err="1"/>
              <a:t>devices</a:t>
            </a:r>
            <a:r>
              <a:rPr lang="fr-FR" dirty="0"/>
              <a:t> </a:t>
            </a:r>
            <a:r>
              <a:rPr lang="fr-FR" dirty="0" err="1"/>
              <a:t>become</a:t>
            </a:r>
            <a:r>
              <a:rPr lang="fr-FR" dirty="0"/>
              <a:t> more </a:t>
            </a:r>
            <a:r>
              <a:rPr lang="fr-FR" dirty="0" err="1"/>
              <a:t>popular</a:t>
            </a:r>
            <a:r>
              <a:rPr lang="fr-FR" dirty="0"/>
              <a:t>, </a:t>
            </a:r>
            <a:r>
              <a:rPr lang="fr-FR" dirty="0" err="1"/>
              <a:t>they</a:t>
            </a:r>
            <a:r>
              <a:rPr lang="fr-FR" dirty="0"/>
              <a:t> have </a:t>
            </a:r>
            <a:r>
              <a:rPr lang="fr-FR" dirty="0" err="1"/>
              <a:t>become</a:t>
            </a:r>
            <a:r>
              <a:rPr lang="fr-FR" dirty="0"/>
              <a:t> a massive </a:t>
            </a:r>
            <a:r>
              <a:rPr lang="fr-FR" dirty="0" err="1"/>
              <a:t>target</a:t>
            </a:r>
            <a:r>
              <a:rPr lang="fr-FR" dirty="0"/>
              <a:t> for cyber </a:t>
            </a:r>
            <a:r>
              <a:rPr lang="fr-FR" dirty="0" err="1"/>
              <a:t>attacks</a:t>
            </a:r>
            <a:r>
              <a:rPr lang="fr-FR" dirty="0"/>
              <a:t>.</a:t>
            </a:r>
            <a:r>
              <a:rPr lang="en-US" dirty="0"/>
              <a:t> In fact if an attacker manages to get to an unsecure device they might gain access to other devices or potentially even the whole network which would depending on the devices </a:t>
            </a:r>
            <a:r>
              <a:rPr lang="en-US" dirty="0" err="1"/>
              <a:t>ie</a:t>
            </a:r>
            <a:r>
              <a:rPr lang="en-US" dirty="0"/>
              <a:t> medical </a:t>
            </a:r>
            <a:r>
              <a:rPr lang="en-US" dirty="0" err="1"/>
              <a:t>devices,electric</a:t>
            </a:r>
            <a:r>
              <a:rPr lang="en-US" dirty="0"/>
              <a:t> </a:t>
            </a:r>
            <a:r>
              <a:rPr lang="en-US" dirty="0" err="1"/>
              <a:t>vehicules</a:t>
            </a:r>
            <a:r>
              <a:rPr lang="en-US" dirty="0"/>
              <a:t>, cameras and surveillance devices , can lead to devastating damage.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490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So in </a:t>
            </a:r>
            <a:r>
              <a:rPr lang="fr-FR" dirty="0" err="1"/>
              <a:t>this</a:t>
            </a:r>
            <a:r>
              <a:rPr lang="fr-FR" dirty="0"/>
              <a:t> slide ,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currently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 on the </a:t>
            </a:r>
            <a:r>
              <a:rPr lang="fr-FR" dirty="0" err="1"/>
              <a:t>market</a:t>
            </a:r>
            <a:r>
              <a:rPr lang="fr-FR" dirty="0"/>
              <a:t>.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peripehrals</a:t>
            </a:r>
            <a:r>
              <a:rPr lang="fr-FR" dirty="0"/>
              <a:t> are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330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newest</a:t>
            </a:r>
            <a:r>
              <a:rPr lang="fr-FR" dirty="0"/>
              <a:t> </a:t>
            </a:r>
            <a:r>
              <a:rPr lang="fr-FR" dirty="0" err="1"/>
              <a:t>peripheral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has been </a:t>
            </a:r>
            <a:r>
              <a:rPr lang="fr-FR" dirty="0" err="1"/>
              <a:t>developped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CCB. It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relased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stm32U3 MCU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built</a:t>
            </a:r>
            <a:r>
              <a:rPr lang="fr-FR" dirty="0"/>
              <a:t> on top of the PKA SAES and RNG </a:t>
            </a:r>
            <a:r>
              <a:rPr lang="fr-FR" dirty="0" err="1"/>
              <a:t>peripherals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742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As </a:t>
            </a:r>
            <a:r>
              <a:rPr lang="fr-FR" dirty="0" err="1"/>
              <a:t>Iot</a:t>
            </a:r>
            <a:r>
              <a:rPr lang="fr-FR" dirty="0"/>
              <a:t> </a:t>
            </a:r>
            <a:r>
              <a:rPr lang="fr-FR" dirty="0" err="1"/>
              <a:t>devices</a:t>
            </a:r>
            <a:r>
              <a:rPr lang="fr-FR" dirty="0"/>
              <a:t> </a:t>
            </a:r>
            <a:r>
              <a:rPr lang="fr-FR" dirty="0" err="1"/>
              <a:t>become</a:t>
            </a:r>
            <a:r>
              <a:rPr lang="fr-FR" dirty="0"/>
              <a:t> more </a:t>
            </a:r>
            <a:r>
              <a:rPr lang="fr-FR" dirty="0" err="1"/>
              <a:t>popular</a:t>
            </a:r>
            <a:r>
              <a:rPr lang="fr-FR" dirty="0"/>
              <a:t>, </a:t>
            </a:r>
            <a:r>
              <a:rPr lang="fr-FR" dirty="0" err="1"/>
              <a:t>devices</a:t>
            </a:r>
            <a:r>
              <a:rPr lang="fr-FR" dirty="0"/>
              <a:t> have </a:t>
            </a:r>
            <a:r>
              <a:rPr lang="fr-FR" dirty="0" err="1"/>
              <a:t>become</a:t>
            </a:r>
            <a:r>
              <a:rPr lang="fr-FR" dirty="0"/>
              <a:t> a massive </a:t>
            </a:r>
            <a:r>
              <a:rPr lang="fr-FR" dirty="0" err="1"/>
              <a:t>target</a:t>
            </a:r>
            <a:r>
              <a:rPr lang="fr-FR" dirty="0"/>
              <a:t> for cyber </a:t>
            </a:r>
            <a:r>
              <a:rPr lang="fr-FR" dirty="0" err="1"/>
              <a:t>attacks</a:t>
            </a:r>
            <a:r>
              <a:rPr lang="fr-FR" dirty="0"/>
              <a:t>.</a:t>
            </a:r>
            <a:r>
              <a:rPr lang="en-US" dirty="0"/>
              <a:t> In fact if an attacker manages to get to an unsecure device they might gain access to other devices or potentially even the whole network which would depending on the devices </a:t>
            </a:r>
            <a:r>
              <a:rPr lang="en-US" dirty="0" err="1"/>
              <a:t>ie</a:t>
            </a:r>
            <a:r>
              <a:rPr lang="en-US" dirty="0"/>
              <a:t> medical </a:t>
            </a:r>
            <a:r>
              <a:rPr lang="en-US" dirty="0" err="1"/>
              <a:t>devices,electric</a:t>
            </a:r>
            <a:r>
              <a:rPr lang="en-US" dirty="0"/>
              <a:t> </a:t>
            </a:r>
            <a:r>
              <a:rPr lang="en-US" dirty="0" err="1"/>
              <a:t>vehicules</a:t>
            </a:r>
            <a:r>
              <a:rPr lang="en-US" dirty="0"/>
              <a:t>, cameras and surveillance devices , can lead to devastating damage.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702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 U3 </a:t>
            </a:r>
            <a:r>
              <a:rPr lang="fr-FR" dirty="0" err="1"/>
              <a:t>compared</a:t>
            </a:r>
            <a:r>
              <a:rPr lang="fr-FR" dirty="0"/>
              <a:t> to the U5 </a:t>
            </a:r>
            <a:r>
              <a:rPr lang="fr-FR" dirty="0" err="1"/>
              <a:t>you</a:t>
            </a:r>
            <a:r>
              <a:rPr lang="fr-FR" dirty="0"/>
              <a:t> exchange the high performance of the U5 for </a:t>
            </a:r>
            <a:r>
              <a:rPr lang="fr-FR" dirty="0" err="1"/>
              <a:t>low</a:t>
            </a:r>
            <a:r>
              <a:rPr lang="fr-FR" dirty="0"/>
              <a:t> power </a:t>
            </a:r>
            <a:r>
              <a:rPr lang="fr-FR" dirty="0" err="1"/>
              <a:t>consumption</a:t>
            </a:r>
            <a:r>
              <a:rPr lang="fr-FR" dirty="0"/>
              <a:t> and </a:t>
            </a:r>
            <a:r>
              <a:rPr lang="fr-FR" dirty="0" err="1"/>
              <a:t>higher</a:t>
            </a:r>
            <a:r>
              <a:rPr lang="fr-FR" dirty="0"/>
              <a:t> </a:t>
            </a:r>
            <a:r>
              <a:rPr lang="fr-FR" dirty="0" err="1"/>
              <a:t>security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13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88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 U3 </a:t>
            </a:r>
            <a:r>
              <a:rPr lang="fr-FR" dirty="0" err="1"/>
              <a:t>compared</a:t>
            </a:r>
            <a:r>
              <a:rPr lang="fr-FR" dirty="0"/>
              <a:t> to the U5 </a:t>
            </a:r>
            <a:r>
              <a:rPr lang="fr-FR" dirty="0" err="1"/>
              <a:t>you</a:t>
            </a:r>
            <a:r>
              <a:rPr lang="fr-FR" dirty="0"/>
              <a:t> exchange the high performance of the U5 for </a:t>
            </a:r>
            <a:r>
              <a:rPr lang="fr-FR" dirty="0" err="1"/>
              <a:t>low</a:t>
            </a:r>
            <a:r>
              <a:rPr lang="fr-FR" dirty="0"/>
              <a:t> power </a:t>
            </a:r>
            <a:r>
              <a:rPr lang="fr-FR" dirty="0" err="1"/>
              <a:t>consumption</a:t>
            </a:r>
            <a:r>
              <a:rPr lang="fr-FR" dirty="0"/>
              <a:t> and </a:t>
            </a:r>
            <a:r>
              <a:rPr lang="fr-FR" dirty="0" err="1"/>
              <a:t>higher</a:t>
            </a:r>
            <a:r>
              <a:rPr lang="fr-FR" dirty="0"/>
              <a:t> </a:t>
            </a:r>
            <a:r>
              <a:rPr lang="fr-FR" dirty="0" err="1"/>
              <a:t>security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48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LANGUAGE METAPHOR.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489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use </a:t>
            </a:r>
            <a:r>
              <a:rPr lang="fr-FR" dirty="0" err="1"/>
              <a:t>asymmetric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to exchange </a:t>
            </a:r>
            <a:r>
              <a:rPr lang="fr-FR" dirty="0" err="1"/>
              <a:t>symmetric</a:t>
            </a:r>
            <a:r>
              <a:rPr lang="fr-FR" dirty="0"/>
              <a:t> keys </a:t>
            </a:r>
            <a:r>
              <a:rPr lang="fr-FR" dirty="0" err="1"/>
              <a:t>which</a:t>
            </a:r>
            <a:r>
              <a:rPr lang="fr-FR" dirty="0"/>
              <a:t> are </a:t>
            </a:r>
            <a:r>
              <a:rPr lang="fr-FR" dirty="0" err="1"/>
              <a:t>small</a:t>
            </a:r>
            <a:r>
              <a:rPr lang="fr-FR" dirty="0"/>
              <a:t> in size </a:t>
            </a:r>
            <a:r>
              <a:rPr lang="fr-FR" dirty="0" err="1"/>
              <a:t>from</a:t>
            </a:r>
            <a:r>
              <a:rPr lang="fr-FR" dirty="0"/>
              <a:t> 128 bits to 256 bits. So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the </a:t>
            </a:r>
            <a:r>
              <a:rPr lang="fr-FR" dirty="0" err="1"/>
              <a:t>security</a:t>
            </a:r>
            <a:r>
              <a:rPr lang="fr-FR" dirty="0"/>
              <a:t> of </a:t>
            </a:r>
            <a:r>
              <a:rPr lang="fr-FR" dirty="0" err="1"/>
              <a:t>asymmetric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and the </a:t>
            </a:r>
            <a:r>
              <a:rPr lang="fr-FR" dirty="0" err="1"/>
              <a:t>efficiency</a:t>
            </a:r>
            <a:r>
              <a:rPr lang="fr-FR" dirty="0"/>
              <a:t> of </a:t>
            </a:r>
            <a:r>
              <a:rPr lang="fr-FR" dirty="0" err="1"/>
              <a:t>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170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in signature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987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in signature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257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use </a:t>
            </a:r>
            <a:r>
              <a:rPr lang="fr-FR" dirty="0" err="1"/>
              <a:t>asymmetric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to exchange </a:t>
            </a:r>
            <a:r>
              <a:rPr lang="fr-FR" dirty="0" err="1"/>
              <a:t>symmetric</a:t>
            </a:r>
            <a:r>
              <a:rPr lang="fr-FR" dirty="0"/>
              <a:t> keys </a:t>
            </a:r>
            <a:r>
              <a:rPr lang="fr-FR" dirty="0" err="1"/>
              <a:t>which</a:t>
            </a:r>
            <a:r>
              <a:rPr lang="fr-FR" dirty="0"/>
              <a:t> are </a:t>
            </a:r>
            <a:r>
              <a:rPr lang="fr-FR" dirty="0" err="1"/>
              <a:t>small</a:t>
            </a:r>
            <a:r>
              <a:rPr lang="fr-FR" dirty="0"/>
              <a:t> in size </a:t>
            </a:r>
            <a:r>
              <a:rPr lang="fr-FR" dirty="0" err="1"/>
              <a:t>from</a:t>
            </a:r>
            <a:r>
              <a:rPr lang="fr-FR" dirty="0"/>
              <a:t> 128 bits to 256 bits. So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the </a:t>
            </a:r>
            <a:r>
              <a:rPr lang="fr-FR" dirty="0" err="1"/>
              <a:t>security</a:t>
            </a:r>
            <a:r>
              <a:rPr lang="fr-FR" dirty="0"/>
              <a:t> of </a:t>
            </a:r>
            <a:r>
              <a:rPr lang="fr-FR" dirty="0" err="1"/>
              <a:t>asymmetric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and the </a:t>
            </a:r>
            <a:r>
              <a:rPr lang="fr-FR" dirty="0" err="1"/>
              <a:t>efficiency</a:t>
            </a:r>
            <a:r>
              <a:rPr lang="fr-FR" dirty="0"/>
              <a:t> of </a:t>
            </a:r>
            <a:r>
              <a:rPr lang="fr-FR" dirty="0" err="1"/>
              <a:t>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253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266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use </a:t>
            </a:r>
            <a:r>
              <a:rPr lang="fr-FR" dirty="0" err="1"/>
              <a:t>asymmetric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to exchange </a:t>
            </a:r>
            <a:r>
              <a:rPr lang="fr-FR" dirty="0" err="1"/>
              <a:t>symmetric</a:t>
            </a:r>
            <a:r>
              <a:rPr lang="fr-FR" dirty="0"/>
              <a:t> keys </a:t>
            </a:r>
            <a:r>
              <a:rPr lang="fr-FR" dirty="0" err="1"/>
              <a:t>which</a:t>
            </a:r>
            <a:r>
              <a:rPr lang="fr-FR" dirty="0"/>
              <a:t> are </a:t>
            </a:r>
            <a:r>
              <a:rPr lang="fr-FR" dirty="0" err="1"/>
              <a:t>small</a:t>
            </a:r>
            <a:r>
              <a:rPr lang="fr-FR" dirty="0"/>
              <a:t> in size </a:t>
            </a:r>
            <a:r>
              <a:rPr lang="fr-FR" dirty="0" err="1"/>
              <a:t>from</a:t>
            </a:r>
            <a:r>
              <a:rPr lang="fr-FR" dirty="0"/>
              <a:t> 128 bits to 256 bits. So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the </a:t>
            </a:r>
            <a:r>
              <a:rPr lang="fr-FR" dirty="0" err="1"/>
              <a:t>security</a:t>
            </a:r>
            <a:r>
              <a:rPr lang="fr-FR" dirty="0"/>
              <a:t> of </a:t>
            </a:r>
            <a:r>
              <a:rPr lang="fr-FR" dirty="0" err="1"/>
              <a:t>asymmetric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and the </a:t>
            </a:r>
            <a:r>
              <a:rPr lang="fr-FR" dirty="0" err="1"/>
              <a:t>efficiency</a:t>
            </a:r>
            <a:r>
              <a:rPr lang="fr-FR" dirty="0"/>
              <a:t> of </a:t>
            </a:r>
            <a:r>
              <a:rPr lang="fr-FR" dirty="0" err="1"/>
              <a:t>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645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use </a:t>
            </a:r>
            <a:r>
              <a:rPr lang="fr-FR" dirty="0" err="1"/>
              <a:t>asymmetric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to exchange </a:t>
            </a:r>
            <a:r>
              <a:rPr lang="fr-FR" dirty="0" err="1"/>
              <a:t>symmetric</a:t>
            </a:r>
            <a:r>
              <a:rPr lang="fr-FR" dirty="0"/>
              <a:t> keys </a:t>
            </a:r>
            <a:r>
              <a:rPr lang="fr-FR" dirty="0" err="1"/>
              <a:t>which</a:t>
            </a:r>
            <a:r>
              <a:rPr lang="fr-FR" dirty="0"/>
              <a:t> are </a:t>
            </a:r>
            <a:r>
              <a:rPr lang="fr-FR" dirty="0" err="1"/>
              <a:t>small</a:t>
            </a:r>
            <a:r>
              <a:rPr lang="fr-FR" dirty="0"/>
              <a:t> in size </a:t>
            </a:r>
            <a:r>
              <a:rPr lang="fr-FR" dirty="0" err="1"/>
              <a:t>from</a:t>
            </a:r>
            <a:r>
              <a:rPr lang="fr-FR" dirty="0"/>
              <a:t> 128 bits to 256 bits. So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the </a:t>
            </a:r>
            <a:r>
              <a:rPr lang="fr-FR" dirty="0" err="1"/>
              <a:t>security</a:t>
            </a:r>
            <a:r>
              <a:rPr lang="fr-FR" dirty="0"/>
              <a:t> of </a:t>
            </a:r>
            <a:r>
              <a:rPr lang="fr-FR" dirty="0" err="1"/>
              <a:t>asymmetric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and the </a:t>
            </a:r>
            <a:r>
              <a:rPr lang="fr-FR" dirty="0" err="1"/>
              <a:t>efficiency</a:t>
            </a:r>
            <a:r>
              <a:rPr lang="fr-FR" dirty="0"/>
              <a:t> of </a:t>
            </a:r>
            <a:r>
              <a:rPr lang="fr-FR" dirty="0" err="1"/>
              <a:t>symmetric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997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15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2763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0249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just for an example on how long Asymmetric operations take compared to symmetric operations</a:t>
            </a:r>
          </a:p>
          <a:p>
            <a:r>
              <a:rPr lang="en-US" dirty="0"/>
              <a:t>For the </a:t>
            </a:r>
            <a:r>
              <a:rPr lang="en-US" dirty="0" err="1"/>
              <a:t>securemark</a:t>
            </a:r>
            <a:r>
              <a:rPr lang="en-US" dirty="0"/>
              <a:t> ,a benchmark which calculates the energy efficiency and performance of crypto </a:t>
            </a:r>
            <a:r>
              <a:rPr lang="en-US" dirty="0" err="1"/>
              <a:t>operations,each</a:t>
            </a:r>
            <a:r>
              <a:rPr lang="en-US" dirty="0"/>
              <a:t> step takes about 10 seconds.</a:t>
            </a:r>
          </a:p>
          <a:p>
            <a:r>
              <a:rPr lang="en-US" dirty="0"/>
              <a:t>In 10 </a:t>
            </a:r>
            <a:r>
              <a:rPr lang="en-US" dirty="0" err="1"/>
              <a:t>seconds,the</a:t>
            </a:r>
            <a:r>
              <a:rPr lang="en-US" dirty="0"/>
              <a:t> stm32 board can do 86000 operations of symmetric crypto, for Asymmetric operations, in 10 seconds we can do about 90 operations (for clock speed 24 </a:t>
            </a:r>
            <a:r>
              <a:rPr lang="en-US" dirty="0" err="1"/>
              <a:t>Mhz</a:t>
            </a:r>
            <a:r>
              <a:rPr lang="en-US" dirty="0"/>
              <a:t> for U5 board)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883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people joining us through Microsoft teams, you are listening to me using one of these </a:t>
            </a:r>
            <a:r>
              <a:rPr lang="en-US" dirty="0" err="1"/>
              <a:t>ciphersuites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OPEN THE GOOGLE Security THING</a:t>
            </a:r>
          </a:p>
          <a:p>
            <a:pPr algn="l"/>
            <a:r>
              <a:rPr lang="en-US" dirty="0"/>
              <a:t> and just one </a:t>
            </a:r>
            <a:r>
              <a:rPr lang="en-US" dirty="0" err="1"/>
              <a:t>detail,the</a:t>
            </a:r>
            <a:r>
              <a:rPr lang="en-US" dirty="0"/>
              <a:t> cipher suite used in our small simple demo is actually a bit more secure if we added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300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elementary</a:t>
            </a:r>
            <a:r>
              <a:rPr lang="fr-FR" dirty="0"/>
              <a:t> building block of all </a:t>
            </a:r>
            <a:r>
              <a:rPr lang="fr-FR" dirty="0" err="1"/>
              <a:t>other</a:t>
            </a:r>
            <a:r>
              <a:rPr lang="fr-FR" dirty="0"/>
              <a:t> ECC </a:t>
            </a:r>
            <a:r>
              <a:rPr lang="fr-FR" dirty="0" err="1"/>
              <a:t>operations</a:t>
            </a:r>
            <a:r>
              <a:rPr lang="fr-FR" dirty="0"/>
              <a:t>.</a:t>
            </a:r>
          </a:p>
          <a:p>
            <a:r>
              <a:rPr lang="fr-FR" dirty="0"/>
              <a:t>So if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understand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understand</a:t>
            </a:r>
            <a:r>
              <a:rPr lang="fr-FR" dirty="0"/>
              <a:t> the </a:t>
            </a:r>
            <a:r>
              <a:rPr lang="fr-FR" dirty="0" err="1"/>
              <a:t>rest</a:t>
            </a:r>
            <a:r>
              <a:rPr lang="fr-FR" dirty="0"/>
              <a:t> of the </a:t>
            </a:r>
            <a:r>
              <a:rPr lang="fr-FR" dirty="0" err="1"/>
              <a:t>oerations</a:t>
            </a:r>
            <a:r>
              <a:rPr lang="fr-FR" dirty="0"/>
              <a:t>.</a:t>
            </a:r>
          </a:p>
          <a:p>
            <a:r>
              <a:rPr lang="fr-FR" dirty="0"/>
              <a:t>Animations</a:t>
            </a:r>
            <a:r>
              <a:rPr lang="en-US" dirty="0"/>
              <a:t>: lets say </a:t>
            </a:r>
            <a:r>
              <a:rPr lang="en-US" dirty="0" err="1"/>
              <a:t>im</a:t>
            </a:r>
            <a:r>
              <a:rPr lang="en-US" dirty="0"/>
              <a:t> an attacker and I want to find the private key of someone:</a:t>
            </a:r>
          </a:p>
          <a:p>
            <a:r>
              <a:rPr lang="en-US" dirty="0"/>
              <a:t>I will have their base point P and the public key is P multiplied K times. K is the private key</a:t>
            </a:r>
          </a:p>
          <a:p>
            <a:r>
              <a:rPr lang="en-US" dirty="0"/>
              <a:t>So you see given these two </a:t>
            </a:r>
            <a:r>
              <a:rPr lang="en-US" dirty="0" err="1"/>
              <a:t>points.It</a:t>
            </a:r>
            <a:r>
              <a:rPr lang="en-US" dirty="0"/>
              <a:t> is almost impossible to find </a:t>
            </a:r>
            <a:r>
              <a:rPr lang="en-US" dirty="0" err="1"/>
              <a:t>K.The</a:t>
            </a:r>
            <a:r>
              <a:rPr lang="en-US" dirty="0"/>
              <a:t> only way is to go through and multiply P by random numbers until we luckily find the correct Public Key.</a:t>
            </a:r>
          </a:p>
          <a:p>
            <a:endParaRPr lang="en-US" dirty="0"/>
          </a:p>
          <a:p>
            <a:r>
              <a:rPr lang="fr-FR" dirty="0"/>
              <a:t>https://www.desmos.com/calculator/ialhd71we3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870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a Diffie Hellman Shared secret is a method that allows two communicating elements to create a secret variable that only those two parties know</a:t>
            </a:r>
          </a:p>
          <a:p>
            <a:r>
              <a:rPr lang="en-US" dirty="0"/>
              <a:t>So we both start from the same starting point called </a:t>
            </a:r>
            <a:r>
              <a:rPr lang="en-US" dirty="0" err="1"/>
              <a:t>generator.This</a:t>
            </a:r>
            <a:r>
              <a:rPr lang="en-US" dirty="0"/>
              <a:t> is </a:t>
            </a:r>
            <a:r>
              <a:rPr lang="en-US" dirty="0" err="1"/>
              <a:t>cgiven</a:t>
            </a:r>
            <a:r>
              <a:rPr lang="en-US" dirty="0"/>
              <a:t> by whoever gave you the curve so for this case we are using NIST curve so the G is given by NIST</a:t>
            </a:r>
          </a:p>
          <a:p>
            <a:r>
              <a:rPr lang="en-US" dirty="0"/>
              <a:t>I calculate my public key by doing my private key by G</a:t>
            </a:r>
          </a:p>
          <a:p>
            <a:r>
              <a:rPr lang="en-US" dirty="0"/>
              <a:t>(an important point :In </a:t>
            </a:r>
            <a:r>
              <a:rPr lang="en-US" dirty="0" err="1"/>
              <a:t>ecc</a:t>
            </a:r>
            <a:r>
              <a:rPr lang="en-US" dirty="0"/>
              <a:t> the public key is a POINT, the private key is a SCALAR (number)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016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 understand elliptic curves , lets see how signatures work</a:t>
            </a:r>
          </a:p>
          <a:p>
            <a:endParaRPr lang="en-US" dirty="0"/>
          </a:p>
          <a:p>
            <a:r>
              <a:rPr lang="en-US" dirty="0"/>
              <a:t>Signature verification is a bit hard to explain without going into the </a:t>
            </a:r>
            <a:r>
              <a:rPr lang="en-US" dirty="0" err="1"/>
              <a:t>maths</a:t>
            </a:r>
            <a:r>
              <a:rPr lang="en-US" dirty="0"/>
              <a:t> too much but just know that the algorithms take care of it and we get a yes or no response either the signature is valid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755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this is how it is in general for most operations.</a:t>
            </a:r>
          </a:p>
          <a:p>
            <a:r>
              <a:rPr lang="en-US" dirty="0"/>
              <a:t>However some operations like </a:t>
            </a:r>
            <a:r>
              <a:rPr lang="en-US" dirty="0" err="1"/>
              <a:t>GenerateWrapKey</a:t>
            </a:r>
            <a:r>
              <a:rPr lang="en-US" dirty="0"/>
              <a:t> get the key from RNG instead of CPU</a:t>
            </a:r>
          </a:p>
          <a:p>
            <a:r>
              <a:rPr lang="en-US" dirty="0"/>
              <a:t>You see that SAES is the interface between PKA and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220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have a part of the description taken from the CCB driver.</a:t>
            </a:r>
          </a:p>
          <a:p>
            <a:r>
              <a:rPr lang="en-US" dirty="0"/>
              <a:t>We can see there just how connected the PKA operations are to the CCB’s function.</a:t>
            </a:r>
          </a:p>
          <a:p>
            <a:r>
              <a:rPr lang="en-US" b="1" dirty="0"/>
              <a:t>After all it “protects “ PKA operations using SAES. So this is why I wanted to make this presentation to discuss the PKA and SAES first before delving into the CCB itself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473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this does not apply to public values like signatures and generated public keys. Those values are available in cleartext.</a:t>
            </a:r>
          </a:p>
          <a:p>
            <a:endParaRPr lang="en-US" dirty="0"/>
          </a:p>
          <a:p>
            <a:r>
              <a:rPr lang="en-US" dirty="0"/>
              <a:t>To check the integrity of the crypto params, we calculate the tag generated by the encryption  . This </a:t>
            </a:r>
            <a:r>
              <a:rPr lang="en-US" dirty="0" err="1"/>
              <a:t>invloves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843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great detail about this is the signatures are unique </a:t>
            </a:r>
            <a:r>
              <a:rPr lang="en-US" dirty="0" err="1"/>
              <a:t>everytime</a:t>
            </a:r>
            <a:r>
              <a:rPr lang="en-US" dirty="0"/>
              <a:t> and the private and public keys will be unique and regenerated after Every Reset which is great</a:t>
            </a:r>
          </a:p>
          <a:p>
            <a:r>
              <a:rPr lang="en-US" dirty="0"/>
              <a:t>Even google for example keeps the same </a:t>
            </a:r>
            <a:r>
              <a:rPr lang="en-US" dirty="0" err="1"/>
              <a:t>ecdsa</a:t>
            </a:r>
            <a:r>
              <a:rPr lang="en-US" dirty="0"/>
              <a:t> key for 2 weeks before needing to </a:t>
            </a:r>
            <a:r>
              <a:rPr lang="en-US" dirty="0" err="1"/>
              <a:t>change,in</a:t>
            </a:r>
            <a:r>
              <a:rPr lang="en-US" dirty="0"/>
              <a:t> your application you can have your crypto parameters change as often as you want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91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t.com/trademarks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304272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C77A-D7A7-4FD9-AE4F-BD7170556207}" type="datetime1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A577-7FC4-49F7-AF44-718487D6C738}" type="datetime1">
              <a:rPr lang="en-US" smtClean="0"/>
              <a:t>9/27/2024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3144-2F34-4122-944F-F98B33DB6BCB}" type="datetime1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611AA-D2D7-4723-9CE5-446494C60516}" type="datetime1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2E30E9-1079-4CF5-8813-8B65FB05D6D8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D6E22D-9F81-4B7A-A71E-BBB4177578ED}"/>
                </a:ext>
              </a:extLst>
            </p:cNvPr>
            <p:cNvGrpSpPr/>
            <p:nvPr userDrawn="1"/>
          </p:nvGrpSpPr>
          <p:grpSpPr>
            <a:xfrm>
              <a:off x="-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C8CE8D-FE25-40F5-A966-5717F85ACF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9336" y="1565049"/>
            <a:ext cx="6273328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8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322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ct val="100000"/>
              </a:lnSpc>
            </a:pPr>
            <a:fld id="{81D60167-4931-47E6-BA6A-407CBD079E47}" type="slidenum">
              <a:rPr spc="-50" dirty="0">
                <a:solidFill>
                  <a:srgbClr val="464650"/>
                </a:solidFill>
              </a:rPr>
              <a:t>‹#›</a:t>
            </a:fld>
            <a:endParaRPr spc="-50" dirty="0">
              <a:solidFill>
                <a:srgbClr val="4646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60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 userDrawn="1"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 userDrawn="1"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 userDrawn="1"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 userDrawn="1"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 userDrawn="1"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 userDrawn="1"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 userDrawn="1"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 userDrawn="1"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 userDrawn="1"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 userDrawn="1"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 userDrawn="1"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 userDrawn="1"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 userDrawn="1"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 userDrawn="1"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 userDrawn="1"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 userDrawn="1"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 userDrawn="1"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 userDrawn="1"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 userDrawn="1"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 userDrawn="1"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 userDrawn="1"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 userDrawn="1"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 userDrawn="1"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 userDrawn="1"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 userDrawn="1"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 userDrawn="1"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 userDrawn="1"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 userDrawn="1"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 userDrawn="1"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 userDrawn="1"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 userDrawn="1"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 userDrawn="1"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 userDrawn="1"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16D9E452-A49E-46EC-A948-D026E66AD695}" type="datetime1">
              <a:rPr lang="en-US" smtClean="0"/>
              <a:t>9/27/2024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23.sv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22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B24DF6-C9F1-C8B7-6503-EB127A9AC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63" y="29989"/>
            <a:ext cx="2972552" cy="1304925"/>
          </a:xfrm>
          <a:prstGeom prst="rect">
            <a:avLst/>
          </a:prstGeom>
        </p:spPr>
      </p:pic>
      <p:pic>
        <p:nvPicPr>
          <p:cNvPr id="5" name="Content Placeholder 5" descr="A blue and black logo&#10;&#10;Description automatically generated with low confidence">
            <a:extLst>
              <a:ext uri="{FF2B5EF4-FFF2-40B4-BE49-F238E27FC236}">
                <a16:creationId xmlns:a16="http://schemas.microsoft.com/office/drawing/2014/main" id="{2A5D9EA4-7D59-610C-FC9A-25063EAA8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815" y="-2"/>
            <a:ext cx="3055450" cy="11712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D5BD7B-1FD8-E47F-9AB6-D055C2D6A55E}"/>
              </a:ext>
            </a:extLst>
          </p:cNvPr>
          <p:cNvSpPr txBox="1"/>
          <p:nvPr/>
        </p:nvSpPr>
        <p:spPr>
          <a:xfrm>
            <a:off x="3871804" y="2135779"/>
            <a:ext cx="4058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Final </a:t>
            </a:r>
            <a:r>
              <a:rPr lang="fr-FR" sz="2000" b="1" dirty="0" err="1"/>
              <a:t>Study</a:t>
            </a:r>
            <a:r>
              <a:rPr lang="fr-FR" sz="2000" b="1" dirty="0"/>
              <a:t> Project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757FC-BCB8-709B-B268-B4FCC7FAD8CB}"/>
              </a:ext>
            </a:extLst>
          </p:cNvPr>
          <p:cNvSpPr txBox="1"/>
          <p:nvPr/>
        </p:nvSpPr>
        <p:spPr>
          <a:xfrm>
            <a:off x="1558786" y="1584267"/>
            <a:ext cx="907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Presented</a:t>
            </a:r>
            <a:r>
              <a:rPr lang="fr-FR" dirty="0"/>
              <a:t> to </a:t>
            </a:r>
            <a:r>
              <a:rPr lang="fr-FR" dirty="0" err="1"/>
              <a:t>obtain</a:t>
            </a:r>
            <a:r>
              <a:rPr lang="fr-FR" dirty="0"/>
              <a:t> the </a:t>
            </a:r>
            <a:r>
              <a:rPr lang="fr-FR" i="1" dirty="0"/>
              <a:t>National </a:t>
            </a:r>
            <a:r>
              <a:rPr lang="fr-FR" i="1" dirty="0" err="1"/>
              <a:t>Engineer</a:t>
            </a:r>
            <a:r>
              <a:rPr lang="fr-FR" i="1" dirty="0"/>
              <a:t> </a:t>
            </a:r>
            <a:r>
              <a:rPr lang="fr-FR" i="1" dirty="0" err="1"/>
              <a:t>Diploma</a:t>
            </a:r>
            <a:r>
              <a:rPr lang="fr-FR" i="1" dirty="0"/>
              <a:t> in </a:t>
            </a:r>
            <a:r>
              <a:rPr lang="fr-FR" i="1" dirty="0" err="1"/>
              <a:t>Electrical</a:t>
            </a:r>
            <a:r>
              <a:rPr lang="fr-FR" i="1" dirty="0"/>
              <a:t>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6FE19-1B2F-72BA-BAB4-9B280558FA40}"/>
              </a:ext>
            </a:extLst>
          </p:cNvPr>
          <p:cNvSpPr txBox="1"/>
          <p:nvPr/>
        </p:nvSpPr>
        <p:spPr>
          <a:xfrm>
            <a:off x="795130" y="2735944"/>
            <a:ext cx="10370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Demo on New Cryptography Engine For</a:t>
            </a:r>
          </a:p>
          <a:p>
            <a:pPr algn="ctr"/>
            <a:r>
              <a:rPr lang="en-US" sz="3000" b="1" dirty="0"/>
              <a:t>STM32XX MCU</a:t>
            </a:r>
            <a:endParaRPr lang="fr-FR" sz="3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542BD9-9F53-E21F-4468-53D60BBB8BA9}"/>
              </a:ext>
            </a:extLst>
          </p:cNvPr>
          <p:cNvSpPr txBox="1"/>
          <p:nvPr/>
        </p:nvSpPr>
        <p:spPr>
          <a:xfrm>
            <a:off x="2860519" y="4521341"/>
            <a:ext cx="623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Defended</a:t>
            </a:r>
            <a:r>
              <a:rPr lang="fr-FR" dirty="0"/>
              <a:t> 28/09/2024 </a:t>
            </a:r>
            <a:r>
              <a:rPr lang="fr-FR" dirty="0" err="1"/>
              <a:t>before</a:t>
            </a:r>
            <a:r>
              <a:rPr lang="fr-FR" dirty="0"/>
              <a:t> the jury </a:t>
            </a:r>
            <a:r>
              <a:rPr lang="fr-FR" dirty="0" err="1"/>
              <a:t>composed</a:t>
            </a:r>
            <a:r>
              <a:rPr lang="fr-FR" dirty="0"/>
              <a:t> of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6DDA0-39A4-DBBA-0295-3BD669098D12}"/>
              </a:ext>
            </a:extLst>
          </p:cNvPr>
          <p:cNvSpPr txBox="1"/>
          <p:nvPr/>
        </p:nvSpPr>
        <p:spPr>
          <a:xfrm>
            <a:off x="483812" y="5092352"/>
            <a:ext cx="4510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Jury </a:t>
            </a:r>
            <a:r>
              <a:rPr lang="en-CA" dirty="0"/>
              <a:t>president</a:t>
            </a:r>
            <a:r>
              <a:rPr lang="fr-FR" dirty="0"/>
              <a:t> : M. Mourad FATHALLAH</a:t>
            </a:r>
          </a:p>
          <a:p>
            <a:endParaRPr lang="fr-FR" dirty="0"/>
          </a:p>
          <a:p>
            <a:r>
              <a:rPr lang="fr-FR" dirty="0"/>
              <a:t>Reporter : M. Maher CHARFI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E760D7-9C82-1819-5D63-6C5B0ED938F2}"/>
              </a:ext>
            </a:extLst>
          </p:cNvPr>
          <p:cNvSpPr txBox="1"/>
          <p:nvPr/>
        </p:nvSpPr>
        <p:spPr>
          <a:xfrm>
            <a:off x="7197834" y="5092352"/>
            <a:ext cx="5013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University</a:t>
            </a:r>
            <a:r>
              <a:rPr lang="fr-FR" dirty="0"/>
              <a:t> </a:t>
            </a:r>
            <a:r>
              <a:rPr lang="fr-FR" dirty="0" err="1"/>
              <a:t>supervisor</a:t>
            </a:r>
            <a:r>
              <a:rPr lang="fr-FR" dirty="0"/>
              <a:t> : M. Khalil ABID</a:t>
            </a:r>
          </a:p>
          <a:p>
            <a:endParaRPr lang="fr-FR" dirty="0"/>
          </a:p>
          <a:p>
            <a:r>
              <a:rPr lang="fr-FR" dirty="0" err="1"/>
              <a:t>Industrial</a:t>
            </a:r>
            <a:r>
              <a:rPr lang="fr-FR" dirty="0"/>
              <a:t> </a:t>
            </a:r>
            <a:r>
              <a:rPr lang="fr-FR" dirty="0" err="1"/>
              <a:t>supervisor</a:t>
            </a:r>
            <a:r>
              <a:rPr lang="fr-FR" dirty="0"/>
              <a:t> : M. Nabil JOMAA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FE80E1-2D13-67B1-A240-651DE982AAD8}"/>
              </a:ext>
            </a:extLst>
          </p:cNvPr>
          <p:cNvSpPr txBox="1"/>
          <p:nvPr/>
        </p:nvSpPr>
        <p:spPr>
          <a:xfrm>
            <a:off x="3611994" y="3953871"/>
            <a:ext cx="473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By Youssef GHRISS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02613D-7ECD-448F-9221-7C8DE83633CF}"/>
              </a:ext>
            </a:extLst>
          </p:cNvPr>
          <p:cNvSpPr txBox="1"/>
          <p:nvPr/>
        </p:nvSpPr>
        <p:spPr>
          <a:xfrm>
            <a:off x="1865903" y="246397"/>
            <a:ext cx="84601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Ministry of Higher Education and Scientific Research</a:t>
            </a:r>
            <a:endParaRPr lang="fr-FR" sz="1300" dirty="0"/>
          </a:p>
          <a:p>
            <a:pPr algn="ctr"/>
            <a:r>
              <a:rPr lang="fr-FR" sz="1300" dirty="0" err="1"/>
              <a:t>University</a:t>
            </a:r>
            <a:r>
              <a:rPr lang="fr-FR" sz="1300" dirty="0"/>
              <a:t> of Tunis</a:t>
            </a:r>
          </a:p>
          <a:p>
            <a:pPr algn="ctr"/>
            <a:endParaRPr lang="fr-FR" sz="1300" dirty="0"/>
          </a:p>
          <a:p>
            <a:pPr algn="ctr"/>
            <a:r>
              <a:rPr lang="fr-FR" sz="1300" dirty="0"/>
              <a:t>National </a:t>
            </a:r>
            <a:r>
              <a:rPr lang="fr-FR" sz="1300" dirty="0" err="1"/>
              <a:t>Higher</a:t>
            </a:r>
            <a:r>
              <a:rPr lang="fr-FR" sz="1300" dirty="0"/>
              <a:t> </a:t>
            </a:r>
            <a:r>
              <a:rPr lang="fr-FR" sz="1300" dirty="0" err="1"/>
              <a:t>School</a:t>
            </a:r>
            <a:r>
              <a:rPr lang="fr-FR" sz="1300" dirty="0"/>
              <a:t> of Engineering of Tunis</a:t>
            </a:r>
          </a:p>
        </p:txBody>
      </p:sp>
    </p:spTree>
    <p:extLst>
      <p:ext uri="{BB962C8B-B14F-4D97-AF65-F5344CB8AC3E}">
        <p14:creationId xmlns:p14="http://schemas.microsoft.com/office/powerpoint/2010/main" val="274900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10F60-3CDE-4DFE-8B81-196E5AB4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/>
          <a:lstStyle/>
          <a:p>
            <a:pPr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Presentation Plan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4B10C2B-BD90-4E68-BE0D-33A8BB709407}"/>
              </a:ext>
            </a:extLst>
          </p:cNvPr>
          <p:cNvSpPr txBox="1">
            <a:spLocks/>
          </p:cNvSpPr>
          <p:nvPr/>
        </p:nvSpPr>
        <p:spPr>
          <a:xfrm>
            <a:off x="434975" y="1727122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60B1C4EC-C1AE-45C4-9805-9470169BAE59}"/>
              </a:ext>
            </a:extLst>
          </p:cNvPr>
          <p:cNvSpPr txBox="1">
            <a:spLocks/>
          </p:cNvSpPr>
          <p:nvPr/>
        </p:nvSpPr>
        <p:spPr>
          <a:xfrm>
            <a:off x="1243012" y="1727122"/>
            <a:ext cx="4741695" cy="720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/>
              <a:t>Project Context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36D5CA-8370-40E6-9320-DC4AA9735403}"/>
              </a:ext>
            </a:extLst>
          </p:cNvPr>
          <p:cNvSpPr txBox="1">
            <a:spLocks/>
          </p:cNvSpPr>
          <p:nvPr/>
        </p:nvSpPr>
        <p:spPr>
          <a:xfrm>
            <a:off x="434976" y="3205915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DE921C9-74DA-4BBF-87C2-76A93C5F41B6}"/>
              </a:ext>
            </a:extLst>
          </p:cNvPr>
          <p:cNvSpPr txBox="1">
            <a:spLocks/>
          </p:cNvSpPr>
          <p:nvPr/>
        </p:nvSpPr>
        <p:spPr>
          <a:xfrm>
            <a:off x="1243012" y="2814817"/>
            <a:ext cx="4741695" cy="720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/>
            </a:lvl1pPr>
            <a:lvl2pPr marL="536575" indent="-2667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400"/>
            </a:lvl2pPr>
            <a:lvl3pPr marL="812800" indent="-2730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000"/>
            </a:lvl3pPr>
            <a:lvl4pPr marL="987425" indent="-26828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4pPr>
            <a:lvl5pPr marL="1160463" indent="-26193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F411BF-22DB-4BA8-8755-92618DB39162}"/>
              </a:ext>
            </a:extLst>
          </p:cNvPr>
          <p:cNvSpPr txBox="1">
            <a:spLocks/>
          </p:cNvSpPr>
          <p:nvPr/>
        </p:nvSpPr>
        <p:spPr>
          <a:xfrm>
            <a:off x="434975" y="4684708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8F038D1-E42A-459B-95E3-3EE53CE9A226}"/>
              </a:ext>
            </a:extLst>
          </p:cNvPr>
          <p:cNvSpPr txBox="1">
            <a:spLocks/>
          </p:cNvSpPr>
          <p:nvPr/>
        </p:nvSpPr>
        <p:spPr>
          <a:xfrm>
            <a:off x="1243012" y="4684708"/>
            <a:ext cx="4741695" cy="720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/>
            </a:lvl1pPr>
            <a:lvl2pPr marL="536575" indent="-2667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400"/>
            </a:lvl2pPr>
            <a:lvl3pPr marL="812800" indent="-2730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000"/>
            </a:lvl3pPr>
            <a:lvl4pPr marL="987425" indent="-26828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4pPr>
            <a:lvl5pPr marL="1160463" indent="-26193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 err="1"/>
              <a:t>Cryptography</a:t>
            </a:r>
            <a:r>
              <a:rPr lang="fr-FR" dirty="0"/>
              <a:t> </a:t>
            </a:r>
            <a:r>
              <a:rPr lang="fr-FR" dirty="0" err="1"/>
              <a:t>Peripherals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DD35855-2D04-4B4D-AAB0-973645DF755D}"/>
              </a:ext>
            </a:extLst>
          </p:cNvPr>
          <p:cNvSpPr txBox="1">
            <a:spLocks/>
          </p:cNvSpPr>
          <p:nvPr/>
        </p:nvSpPr>
        <p:spPr>
          <a:xfrm>
            <a:off x="1243012" y="5044709"/>
            <a:ext cx="4741695" cy="720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/>
            </a:lvl1pPr>
            <a:lvl2pPr marL="536575" indent="-2667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400"/>
            </a:lvl2pPr>
            <a:lvl3pPr marL="812800" indent="-2730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000"/>
            </a:lvl3pPr>
            <a:lvl4pPr marL="987425" indent="-26828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4pPr>
            <a:lvl5pPr marL="1160463" indent="-26193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DCF6385-36CE-45E9-B3C3-1D10A285C38C}"/>
              </a:ext>
            </a:extLst>
          </p:cNvPr>
          <p:cNvSpPr txBox="1">
            <a:spLocks/>
          </p:cNvSpPr>
          <p:nvPr/>
        </p:nvSpPr>
        <p:spPr>
          <a:xfrm>
            <a:off x="6330254" y="173177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309F0DC1-BBC9-454E-B502-EACF0ACF1C31}"/>
              </a:ext>
            </a:extLst>
          </p:cNvPr>
          <p:cNvSpPr txBox="1">
            <a:spLocks/>
          </p:cNvSpPr>
          <p:nvPr/>
        </p:nvSpPr>
        <p:spPr>
          <a:xfrm>
            <a:off x="7050254" y="1731770"/>
            <a:ext cx="4741695" cy="720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/>
            </a:lvl1pPr>
            <a:lvl2pPr marL="536575" indent="-2667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400"/>
            </a:lvl2pPr>
            <a:lvl3pPr marL="812800" indent="-2730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000"/>
            </a:lvl3pPr>
            <a:lvl4pPr marL="987425" indent="-26828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4pPr>
            <a:lvl5pPr marL="1160463" indent="-26193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Demo Showcase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F275A4-D297-47DF-BD9E-E5FFC8E7A934}"/>
              </a:ext>
            </a:extLst>
          </p:cNvPr>
          <p:cNvSpPr txBox="1">
            <a:spLocks/>
          </p:cNvSpPr>
          <p:nvPr/>
        </p:nvSpPr>
        <p:spPr>
          <a:xfrm>
            <a:off x="6330254" y="3208239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3FFF692-95F0-4B31-AD30-F8B77D566840}"/>
              </a:ext>
            </a:extLst>
          </p:cNvPr>
          <p:cNvSpPr txBox="1">
            <a:spLocks/>
          </p:cNvSpPr>
          <p:nvPr/>
        </p:nvSpPr>
        <p:spPr>
          <a:xfrm>
            <a:off x="7138291" y="3208239"/>
            <a:ext cx="4741695" cy="720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/>
            </a:lvl1pPr>
            <a:lvl2pPr marL="536575" indent="-2667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400"/>
            </a:lvl2pPr>
            <a:lvl3pPr marL="812800" indent="-2730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000"/>
            </a:lvl3pPr>
            <a:lvl4pPr marL="987425" indent="-26828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4pPr>
            <a:lvl5pPr marL="1160463" indent="-261938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Conclusion and Prospects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6E869768-8697-4573-9AD5-89043CF6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0E25AE5-E4EC-39D3-6363-57F7EC97DFD0}"/>
              </a:ext>
            </a:extLst>
          </p:cNvPr>
          <p:cNvSpPr txBox="1">
            <a:spLocks/>
          </p:cNvSpPr>
          <p:nvPr/>
        </p:nvSpPr>
        <p:spPr>
          <a:xfrm>
            <a:off x="1243012" y="3205915"/>
            <a:ext cx="4741695" cy="720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Cryptography</a:t>
            </a:r>
            <a:r>
              <a:rPr lang="fr-FR" dirty="0"/>
              <a:t> Concepts</a:t>
            </a:r>
          </a:p>
        </p:txBody>
      </p:sp>
    </p:spTree>
    <p:extLst>
      <p:ext uri="{BB962C8B-B14F-4D97-AF65-F5344CB8AC3E}">
        <p14:creationId xmlns:p14="http://schemas.microsoft.com/office/powerpoint/2010/main" val="182865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0B10-1E78-42AD-B41B-13C09282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Context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D4FEC-4A2C-866E-DADD-18F7F6A6B2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EDDE45-BE76-FEDA-5CC4-EBDACA115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3" b="15959"/>
          <a:stretch/>
        </p:blipFill>
        <p:spPr bwMode="auto">
          <a:xfrm>
            <a:off x="20" y="1304925"/>
            <a:ext cx="1219198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34785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04541"/>
            <a:ext cx="11888722" cy="5553453"/>
            <a:chOff x="0" y="1304541"/>
            <a:chExt cx="11888722" cy="5553453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304541"/>
              <a:ext cx="8979407" cy="55534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505443" y="3889248"/>
              <a:ext cx="3383279" cy="1005840"/>
            </a:xfrm>
            <a:custGeom>
              <a:avLst/>
              <a:gdLst/>
              <a:ahLst/>
              <a:cxnLst/>
              <a:rect l="l" t="t" r="r" b="b"/>
              <a:pathLst>
                <a:path w="3383279" h="1005839">
                  <a:moveTo>
                    <a:pt x="3383279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3383279" y="1005839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E8E8E9">
                <a:alpha val="8784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0037" y="244401"/>
            <a:ext cx="11609159" cy="816121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263398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Context 1/7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1931522" y="6393281"/>
            <a:ext cx="1035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100" spc="-50" dirty="0">
                <a:solidFill>
                  <a:srgbClr val="464650"/>
                </a:solidFill>
                <a:latin typeface="Arial MT"/>
                <a:cs typeface="Arial MT"/>
              </a:rPr>
              <a:t>4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05443" y="3889247"/>
            <a:ext cx="3383279" cy="1005840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909319" marR="144145">
              <a:lnSpc>
                <a:spcPct val="100000"/>
              </a:lnSpc>
              <a:spcBef>
                <a:spcPts val="1755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14</a:t>
            </a:r>
            <a:r>
              <a:rPr sz="1800" b="1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main</a:t>
            </a:r>
            <a:r>
              <a:rPr sz="1800" spc="-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 MT"/>
                <a:cs typeface="Arial MT"/>
              </a:rPr>
              <a:t>manufacturing sites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7520" y="1484185"/>
            <a:ext cx="11516360" cy="5247640"/>
            <a:chOff x="377520" y="1484185"/>
            <a:chExt cx="11516360" cy="5247640"/>
          </a:xfrm>
        </p:grpSpPr>
        <p:sp>
          <p:nvSpPr>
            <p:cNvPr id="9" name="object 9"/>
            <p:cNvSpPr/>
            <p:nvPr/>
          </p:nvSpPr>
          <p:spPr>
            <a:xfrm>
              <a:off x="377520" y="6241389"/>
              <a:ext cx="700405" cy="490855"/>
            </a:xfrm>
            <a:custGeom>
              <a:avLst/>
              <a:gdLst/>
              <a:ahLst/>
              <a:cxnLst/>
              <a:rect l="l" t="t" r="r" b="b"/>
              <a:pathLst>
                <a:path w="700405" h="490854">
                  <a:moveTo>
                    <a:pt x="22618" y="465086"/>
                  </a:moveTo>
                  <a:lnTo>
                    <a:pt x="14897" y="465086"/>
                  </a:lnTo>
                  <a:lnTo>
                    <a:pt x="14897" y="405028"/>
                  </a:lnTo>
                  <a:lnTo>
                    <a:pt x="508" y="405028"/>
                  </a:lnTo>
                  <a:lnTo>
                    <a:pt x="508" y="411213"/>
                  </a:lnTo>
                  <a:lnTo>
                    <a:pt x="8331" y="411213"/>
                  </a:lnTo>
                  <a:lnTo>
                    <a:pt x="8331" y="465086"/>
                  </a:lnTo>
                  <a:lnTo>
                    <a:pt x="0" y="465086"/>
                  </a:lnTo>
                  <a:lnTo>
                    <a:pt x="0" y="471284"/>
                  </a:lnTo>
                  <a:lnTo>
                    <a:pt x="22618" y="471284"/>
                  </a:lnTo>
                  <a:lnTo>
                    <a:pt x="22618" y="465086"/>
                  </a:lnTo>
                  <a:close/>
                </a:path>
                <a:path w="700405" h="490854">
                  <a:moveTo>
                    <a:pt x="43929" y="403313"/>
                  </a:moveTo>
                  <a:lnTo>
                    <a:pt x="37338" y="403313"/>
                  </a:lnTo>
                  <a:lnTo>
                    <a:pt x="37338" y="413194"/>
                  </a:lnTo>
                  <a:lnTo>
                    <a:pt x="43929" y="413194"/>
                  </a:lnTo>
                  <a:lnTo>
                    <a:pt x="43929" y="403313"/>
                  </a:lnTo>
                  <a:close/>
                </a:path>
                <a:path w="700405" h="490854">
                  <a:moveTo>
                    <a:pt x="53301" y="465086"/>
                  </a:moveTo>
                  <a:lnTo>
                    <a:pt x="45516" y="465086"/>
                  </a:lnTo>
                  <a:lnTo>
                    <a:pt x="45516" y="422135"/>
                  </a:lnTo>
                  <a:lnTo>
                    <a:pt x="31140" y="422135"/>
                  </a:lnTo>
                  <a:lnTo>
                    <a:pt x="31140" y="428358"/>
                  </a:lnTo>
                  <a:lnTo>
                    <a:pt x="38950" y="428358"/>
                  </a:lnTo>
                  <a:lnTo>
                    <a:pt x="38950" y="465086"/>
                  </a:lnTo>
                  <a:lnTo>
                    <a:pt x="30949" y="465086"/>
                  </a:lnTo>
                  <a:lnTo>
                    <a:pt x="30949" y="471284"/>
                  </a:lnTo>
                  <a:lnTo>
                    <a:pt x="53301" y="471284"/>
                  </a:lnTo>
                  <a:lnTo>
                    <a:pt x="53301" y="465086"/>
                  </a:lnTo>
                  <a:close/>
                </a:path>
                <a:path w="700405" h="490854">
                  <a:moveTo>
                    <a:pt x="84378" y="404025"/>
                  </a:moveTo>
                  <a:lnTo>
                    <a:pt x="78854" y="404418"/>
                  </a:lnTo>
                  <a:lnTo>
                    <a:pt x="75349" y="405663"/>
                  </a:lnTo>
                  <a:lnTo>
                    <a:pt x="72631" y="408165"/>
                  </a:lnTo>
                  <a:lnTo>
                    <a:pt x="68326" y="412013"/>
                  </a:lnTo>
                  <a:lnTo>
                    <a:pt x="67983" y="422135"/>
                  </a:lnTo>
                  <a:lnTo>
                    <a:pt x="60172" y="422135"/>
                  </a:lnTo>
                  <a:lnTo>
                    <a:pt x="60172" y="428510"/>
                  </a:lnTo>
                  <a:lnTo>
                    <a:pt x="68072" y="428510"/>
                  </a:lnTo>
                  <a:lnTo>
                    <a:pt x="68072" y="465048"/>
                  </a:lnTo>
                  <a:lnTo>
                    <a:pt x="60172" y="465048"/>
                  </a:lnTo>
                  <a:lnTo>
                    <a:pt x="60172" y="471284"/>
                  </a:lnTo>
                  <a:lnTo>
                    <a:pt x="82613" y="471284"/>
                  </a:lnTo>
                  <a:lnTo>
                    <a:pt x="82613" y="465048"/>
                  </a:lnTo>
                  <a:lnTo>
                    <a:pt x="74637" y="465048"/>
                  </a:lnTo>
                  <a:lnTo>
                    <a:pt x="74637" y="428510"/>
                  </a:lnTo>
                  <a:lnTo>
                    <a:pt x="82613" y="428510"/>
                  </a:lnTo>
                  <a:lnTo>
                    <a:pt x="82613" y="422135"/>
                  </a:lnTo>
                  <a:lnTo>
                    <a:pt x="74637" y="422135"/>
                  </a:lnTo>
                  <a:lnTo>
                    <a:pt x="74790" y="414451"/>
                  </a:lnTo>
                  <a:lnTo>
                    <a:pt x="77787" y="412229"/>
                  </a:lnTo>
                  <a:lnTo>
                    <a:pt x="79375" y="410908"/>
                  </a:lnTo>
                  <a:lnTo>
                    <a:pt x="81445" y="410210"/>
                  </a:lnTo>
                  <a:lnTo>
                    <a:pt x="84378" y="409968"/>
                  </a:lnTo>
                  <a:lnTo>
                    <a:pt x="84378" y="404025"/>
                  </a:lnTo>
                  <a:close/>
                </a:path>
                <a:path w="700405" h="490854">
                  <a:moveTo>
                    <a:pt x="141782" y="447421"/>
                  </a:moveTo>
                  <a:lnTo>
                    <a:pt x="141109" y="443979"/>
                  </a:lnTo>
                  <a:lnTo>
                    <a:pt x="139839" y="437489"/>
                  </a:lnTo>
                  <a:lnTo>
                    <a:pt x="135394" y="430834"/>
                  </a:lnTo>
                  <a:lnTo>
                    <a:pt x="135394" y="443979"/>
                  </a:lnTo>
                  <a:lnTo>
                    <a:pt x="98488" y="443979"/>
                  </a:lnTo>
                  <a:lnTo>
                    <a:pt x="99771" y="435279"/>
                  </a:lnTo>
                  <a:lnTo>
                    <a:pt x="107708" y="428269"/>
                  </a:lnTo>
                  <a:lnTo>
                    <a:pt x="125996" y="428269"/>
                  </a:lnTo>
                  <a:lnTo>
                    <a:pt x="133934" y="434860"/>
                  </a:lnTo>
                  <a:lnTo>
                    <a:pt x="135394" y="443979"/>
                  </a:lnTo>
                  <a:lnTo>
                    <a:pt x="135394" y="430834"/>
                  </a:lnTo>
                  <a:lnTo>
                    <a:pt x="134480" y="429463"/>
                  </a:lnTo>
                  <a:lnTo>
                    <a:pt x="132689" y="428269"/>
                  </a:lnTo>
                  <a:lnTo>
                    <a:pt x="126441" y="424091"/>
                  </a:lnTo>
                  <a:lnTo>
                    <a:pt x="91744" y="447522"/>
                  </a:lnTo>
                  <a:lnTo>
                    <a:pt x="93700" y="457060"/>
                  </a:lnTo>
                  <a:lnTo>
                    <a:pt x="93764" y="457250"/>
                  </a:lnTo>
                  <a:lnTo>
                    <a:pt x="99110" y="465061"/>
                  </a:lnTo>
                  <a:lnTo>
                    <a:pt x="107099" y="470395"/>
                  </a:lnTo>
                  <a:lnTo>
                    <a:pt x="116878" y="472351"/>
                  </a:lnTo>
                  <a:lnTo>
                    <a:pt x="124053" y="471297"/>
                  </a:lnTo>
                  <a:lnTo>
                    <a:pt x="140004" y="457060"/>
                  </a:lnTo>
                  <a:lnTo>
                    <a:pt x="132892" y="457060"/>
                  </a:lnTo>
                  <a:lnTo>
                    <a:pt x="132765" y="457250"/>
                  </a:lnTo>
                  <a:lnTo>
                    <a:pt x="129476" y="462978"/>
                  </a:lnTo>
                  <a:lnTo>
                    <a:pt x="123571" y="466280"/>
                  </a:lnTo>
                  <a:lnTo>
                    <a:pt x="107061" y="466280"/>
                  </a:lnTo>
                  <a:lnTo>
                    <a:pt x="99161" y="458978"/>
                  </a:lnTo>
                  <a:lnTo>
                    <a:pt x="98425" y="449592"/>
                  </a:lnTo>
                  <a:lnTo>
                    <a:pt x="141782" y="449592"/>
                  </a:lnTo>
                  <a:lnTo>
                    <a:pt x="141782" y="447421"/>
                  </a:lnTo>
                  <a:close/>
                </a:path>
                <a:path w="700405" h="490854">
                  <a:moveTo>
                    <a:pt x="172758" y="459384"/>
                  </a:moveTo>
                  <a:lnTo>
                    <a:pt x="168960" y="455574"/>
                  </a:lnTo>
                  <a:lnTo>
                    <a:pt x="159537" y="455574"/>
                  </a:lnTo>
                  <a:lnTo>
                    <a:pt x="155740" y="459384"/>
                  </a:lnTo>
                  <a:lnTo>
                    <a:pt x="155740" y="468782"/>
                  </a:lnTo>
                  <a:lnTo>
                    <a:pt x="159537" y="472592"/>
                  </a:lnTo>
                  <a:lnTo>
                    <a:pt x="164249" y="472592"/>
                  </a:lnTo>
                  <a:lnTo>
                    <a:pt x="168960" y="472592"/>
                  </a:lnTo>
                  <a:lnTo>
                    <a:pt x="172758" y="468782"/>
                  </a:lnTo>
                  <a:lnTo>
                    <a:pt x="172758" y="459384"/>
                  </a:lnTo>
                  <a:close/>
                </a:path>
                <a:path w="700405" h="490854">
                  <a:moveTo>
                    <a:pt x="239369" y="422173"/>
                  </a:moveTo>
                  <a:lnTo>
                    <a:pt x="232778" y="422173"/>
                  </a:lnTo>
                  <a:lnTo>
                    <a:pt x="232778" y="446786"/>
                  </a:lnTo>
                  <a:lnTo>
                    <a:pt x="231317" y="454317"/>
                  </a:lnTo>
                  <a:lnTo>
                    <a:pt x="227279" y="460476"/>
                  </a:lnTo>
                  <a:lnTo>
                    <a:pt x="221221" y="464591"/>
                  </a:lnTo>
                  <a:lnTo>
                    <a:pt x="213741" y="466090"/>
                  </a:lnTo>
                  <a:lnTo>
                    <a:pt x="206006" y="464629"/>
                  </a:lnTo>
                  <a:lnTo>
                    <a:pt x="199821" y="460565"/>
                  </a:lnTo>
                  <a:lnTo>
                    <a:pt x="195719" y="454444"/>
                  </a:lnTo>
                  <a:lnTo>
                    <a:pt x="194233" y="446786"/>
                  </a:lnTo>
                  <a:lnTo>
                    <a:pt x="195922" y="438264"/>
                  </a:lnTo>
                  <a:lnTo>
                    <a:pt x="200355" y="432104"/>
                  </a:lnTo>
                  <a:lnTo>
                    <a:pt x="206603" y="428371"/>
                  </a:lnTo>
                  <a:lnTo>
                    <a:pt x="213741" y="427113"/>
                  </a:lnTo>
                  <a:lnTo>
                    <a:pt x="221145" y="428650"/>
                  </a:lnTo>
                  <a:lnTo>
                    <a:pt x="227203" y="432854"/>
                  </a:lnTo>
                  <a:lnTo>
                    <a:pt x="231292" y="439077"/>
                  </a:lnTo>
                  <a:lnTo>
                    <a:pt x="232765" y="446506"/>
                  </a:lnTo>
                  <a:lnTo>
                    <a:pt x="232778" y="446786"/>
                  </a:lnTo>
                  <a:lnTo>
                    <a:pt x="232778" y="422173"/>
                  </a:lnTo>
                  <a:lnTo>
                    <a:pt x="232422" y="422173"/>
                  </a:lnTo>
                  <a:lnTo>
                    <a:pt x="232422" y="430009"/>
                  </a:lnTo>
                  <a:lnTo>
                    <a:pt x="230403" y="427113"/>
                  </a:lnTo>
                  <a:lnTo>
                    <a:pt x="226682" y="421741"/>
                  </a:lnTo>
                  <a:lnTo>
                    <a:pt x="217487" y="420827"/>
                  </a:lnTo>
                  <a:lnTo>
                    <a:pt x="213715" y="420827"/>
                  </a:lnTo>
                  <a:lnTo>
                    <a:pt x="202603" y="423062"/>
                  </a:lnTo>
                  <a:lnTo>
                    <a:pt x="194310" y="428929"/>
                  </a:lnTo>
                  <a:lnTo>
                    <a:pt x="189103" y="437172"/>
                  </a:lnTo>
                  <a:lnTo>
                    <a:pt x="187299" y="446506"/>
                  </a:lnTo>
                  <a:lnTo>
                    <a:pt x="189344" y="456679"/>
                  </a:lnTo>
                  <a:lnTo>
                    <a:pt x="194957" y="464883"/>
                  </a:lnTo>
                  <a:lnTo>
                    <a:pt x="203339" y="470369"/>
                  </a:lnTo>
                  <a:lnTo>
                    <a:pt x="213715" y="472376"/>
                  </a:lnTo>
                  <a:lnTo>
                    <a:pt x="217436" y="472376"/>
                  </a:lnTo>
                  <a:lnTo>
                    <a:pt x="226606" y="471462"/>
                  </a:lnTo>
                  <a:lnTo>
                    <a:pt x="230403" y="466090"/>
                  </a:lnTo>
                  <a:lnTo>
                    <a:pt x="232422" y="463257"/>
                  </a:lnTo>
                  <a:lnTo>
                    <a:pt x="232422" y="471284"/>
                  </a:lnTo>
                  <a:lnTo>
                    <a:pt x="239369" y="471284"/>
                  </a:lnTo>
                  <a:lnTo>
                    <a:pt x="239369" y="463257"/>
                  </a:lnTo>
                  <a:lnTo>
                    <a:pt x="239369" y="430009"/>
                  </a:lnTo>
                  <a:lnTo>
                    <a:pt x="239369" y="422173"/>
                  </a:lnTo>
                  <a:close/>
                </a:path>
                <a:path w="700405" h="490854">
                  <a:moveTo>
                    <a:pt x="295998" y="422135"/>
                  </a:moveTo>
                  <a:lnTo>
                    <a:pt x="289064" y="422135"/>
                  </a:lnTo>
                  <a:lnTo>
                    <a:pt x="289090" y="448119"/>
                  </a:lnTo>
                  <a:lnTo>
                    <a:pt x="289090" y="456730"/>
                  </a:lnTo>
                  <a:lnTo>
                    <a:pt x="286753" y="459778"/>
                  </a:lnTo>
                  <a:lnTo>
                    <a:pt x="281584" y="464959"/>
                  </a:lnTo>
                  <a:lnTo>
                    <a:pt x="278320" y="466217"/>
                  </a:lnTo>
                  <a:lnTo>
                    <a:pt x="269455" y="466217"/>
                  </a:lnTo>
                  <a:lnTo>
                    <a:pt x="265760" y="464693"/>
                  </a:lnTo>
                  <a:lnTo>
                    <a:pt x="263144" y="461733"/>
                  </a:lnTo>
                  <a:lnTo>
                    <a:pt x="260896" y="458889"/>
                  </a:lnTo>
                  <a:lnTo>
                    <a:pt x="259753" y="454774"/>
                  </a:lnTo>
                  <a:lnTo>
                    <a:pt x="259753" y="422173"/>
                  </a:lnTo>
                  <a:lnTo>
                    <a:pt x="252818" y="422173"/>
                  </a:lnTo>
                  <a:lnTo>
                    <a:pt x="252818" y="456234"/>
                  </a:lnTo>
                  <a:lnTo>
                    <a:pt x="254304" y="461543"/>
                  </a:lnTo>
                  <a:lnTo>
                    <a:pt x="259397" y="467855"/>
                  </a:lnTo>
                  <a:lnTo>
                    <a:pt x="264515" y="472465"/>
                  </a:lnTo>
                  <a:lnTo>
                    <a:pt x="283718" y="472465"/>
                  </a:lnTo>
                  <a:lnTo>
                    <a:pt x="288023" y="466940"/>
                  </a:lnTo>
                  <a:lnTo>
                    <a:pt x="289420" y="464477"/>
                  </a:lnTo>
                  <a:lnTo>
                    <a:pt x="289420" y="471246"/>
                  </a:lnTo>
                  <a:lnTo>
                    <a:pt x="295998" y="471246"/>
                  </a:lnTo>
                  <a:lnTo>
                    <a:pt x="295998" y="422135"/>
                  </a:lnTo>
                  <a:close/>
                </a:path>
                <a:path w="700405" h="490854">
                  <a:moveTo>
                    <a:pt x="354914" y="422135"/>
                  </a:moveTo>
                  <a:lnTo>
                    <a:pt x="348373" y="422135"/>
                  </a:lnTo>
                  <a:lnTo>
                    <a:pt x="348373" y="446697"/>
                  </a:lnTo>
                  <a:lnTo>
                    <a:pt x="347243" y="453021"/>
                  </a:lnTo>
                  <a:lnTo>
                    <a:pt x="343776" y="459320"/>
                  </a:lnTo>
                  <a:lnTo>
                    <a:pt x="337883" y="464159"/>
                  </a:lnTo>
                  <a:lnTo>
                    <a:pt x="329488" y="466090"/>
                  </a:lnTo>
                  <a:lnTo>
                    <a:pt x="322186" y="464566"/>
                  </a:lnTo>
                  <a:lnTo>
                    <a:pt x="316217" y="460413"/>
                  </a:lnTo>
                  <a:lnTo>
                    <a:pt x="312191" y="454240"/>
                  </a:lnTo>
                  <a:lnTo>
                    <a:pt x="310718" y="446697"/>
                  </a:lnTo>
                  <a:lnTo>
                    <a:pt x="312191" y="439077"/>
                  </a:lnTo>
                  <a:lnTo>
                    <a:pt x="316217" y="432854"/>
                  </a:lnTo>
                  <a:lnTo>
                    <a:pt x="322186" y="428650"/>
                  </a:lnTo>
                  <a:lnTo>
                    <a:pt x="329488" y="427113"/>
                  </a:lnTo>
                  <a:lnTo>
                    <a:pt x="336829" y="428650"/>
                  </a:lnTo>
                  <a:lnTo>
                    <a:pt x="342823" y="432854"/>
                  </a:lnTo>
                  <a:lnTo>
                    <a:pt x="346887" y="439077"/>
                  </a:lnTo>
                  <a:lnTo>
                    <a:pt x="348373" y="446697"/>
                  </a:lnTo>
                  <a:lnTo>
                    <a:pt x="348373" y="422135"/>
                  </a:lnTo>
                  <a:lnTo>
                    <a:pt x="347992" y="422135"/>
                  </a:lnTo>
                  <a:lnTo>
                    <a:pt x="348018" y="430187"/>
                  </a:lnTo>
                  <a:lnTo>
                    <a:pt x="345859" y="427113"/>
                  </a:lnTo>
                  <a:lnTo>
                    <a:pt x="342099" y="421741"/>
                  </a:lnTo>
                  <a:lnTo>
                    <a:pt x="333159" y="420827"/>
                  </a:lnTo>
                  <a:lnTo>
                    <a:pt x="329488" y="420827"/>
                  </a:lnTo>
                  <a:lnTo>
                    <a:pt x="320255" y="422630"/>
                  </a:lnTo>
                  <a:lnTo>
                    <a:pt x="312000" y="427812"/>
                  </a:lnTo>
                  <a:lnTo>
                    <a:pt x="306070" y="436016"/>
                  </a:lnTo>
                  <a:lnTo>
                    <a:pt x="303796" y="446874"/>
                  </a:lnTo>
                  <a:lnTo>
                    <a:pt x="306070" y="457517"/>
                  </a:lnTo>
                  <a:lnTo>
                    <a:pt x="312000" y="465543"/>
                  </a:lnTo>
                  <a:lnTo>
                    <a:pt x="320255" y="470611"/>
                  </a:lnTo>
                  <a:lnTo>
                    <a:pt x="329488" y="472376"/>
                  </a:lnTo>
                  <a:lnTo>
                    <a:pt x="335584" y="472376"/>
                  </a:lnTo>
                  <a:lnTo>
                    <a:pt x="344017" y="469849"/>
                  </a:lnTo>
                  <a:lnTo>
                    <a:pt x="346214" y="466090"/>
                  </a:lnTo>
                  <a:lnTo>
                    <a:pt x="348018" y="463016"/>
                  </a:lnTo>
                  <a:lnTo>
                    <a:pt x="348018" y="479336"/>
                  </a:lnTo>
                  <a:lnTo>
                    <a:pt x="338747" y="483997"/>
                  </a:lnTo>
                  <a:lnTo>
                    <a:pt x="319074" y="483997"/>
                  </a:lnTo>
                  <a:lnTo>
                    <a:pt x="314439" y="475615"/>
                  </a:lnTo>
                  <a:lnTo>
                    <a:pt x="312915" y="471766"/>
                  </a:lnTo>
                  <a:lnTo>
                    <a:pt x="305600" y="471766"/>
                  </a:lnTo>
                  <a:lnTo>
                    <a:pt x="330898" y="490283"/>
                  </a:lnTo>
                  <a:lnTo>
                    <a:pt x="332193" y="490283"/>
                  </a:lnTo>
                  <a:lnTo>
                    <a:pt x="344068" y="490042"/>
                  </a:lnTo>
                  <a:lnTo>
                    <a:pt x="348411" y="483997"/>
                  </a:lnTo>
                  <a:lnTo>
                    <a:pt x="350431" y="481190"/>
                  </a:lnTo>
                  <a:lnTo>
                    <a:pt x="354914" y="475157"/>
                  </a:lnTo>
                  <a:lnTo>
                    <a:pt x="354914" y="463016"/>
                  </a:lnTo>
                  <a:lnTo>
                    <a:pt x="354914" y="430187"/>
                  </a:lnTo>
                  <a:lnTo>
                    <a:pt x="354914" y="422135"/>
                  </a:lnTo>
                  <a:close/>
                </a:path>
                <a:path w="700405" h="490854">
                  <a:moveTo>
                    <a:pt x="437603" y="442150"/>
                  </a:moveTo>
                  <a:lnTo>
                    <a:pt x="435546" y="431749"/>
                  </a:lnTo>
                  <a:lnTo>
                    <a:pt x="430466" y="425221"/>
                  </a:lnTo>
                  <a:lnTo>
                    <a:pt x="424002" y="421855"/>
                  </a:lnTo>
                  <a:lnTo>
                    <a:pt x="417804" y="420890"/>
                  </a:lnTo>
                  <a:lnTo>
                    <a:pt x="413473" y="420890"/>
                  </a:lnTo>
                  <a:lnTo>
                    <a:pt x="405320" y="422783"/>
                  </a:lnTo>
                  <a:lnTo>
                    <a:pt x="401510" y="429768"/>
                  </a:lnTo>
                  <a:lnTo>
                    <a:pt x="397687" y="422783"/>
                  </a:lnTo>
                  <a:lnTo>
                    <a:pt x="389509" y="420890"/>
                  </a:lnTo>
                  <a:lnTo>
                    <a:pt x="380746" y="420890"/>
                  </a:lnTo>
                  <a:lnTo>
                    <a:pt x="375196" y="422783"/>
                  </a:lnTo>
                  <a:lnTo>
                    <a:pt x="372313" y="426859"/>
                  </a:lnTo>
                  <a:lnTo>
                    <a:pt x="372313" y="422135"/>
                  </a:lnTo>
                  <a:lnTo>
                    <a:pt x="365391" y="422135"/>
                  </a:lnTo>
                  <a:lnTo>
                    <a:pt x="365391" y="471309"/>
                  </a:lnTo>
                  <a:lnTo>
                    <a:pt x="372313" y="471309"/>
                  </a:lnTo>
                  <a:lnTo>
                    <a:pt x="372313" y="437845"/>
                  </a:lnTo>
                  <a:lnTo>
                    <a:pt x="373176" y="435279"/>
                  </a:lnTo>
                  <a:lnTo>
                    <a:pt x="376694" y="429247"/>
                  </a:lnTo>
                  <a:lnTo>
                    <a:pt x="380466" y="427202"/>
                  </a:lnTo>
                  <a:lnTo>
                    <a:pt x="389890" y="427202"/>
                  </a:lnTo>
                  <a:lnTo>
                    <a:pt x="393661" y="429247"/>
                  </a:lnTo>
                  <a:lnTo>
                    <a:pt x="397179" y="435279"/>
                  </a:lnTo>
                  <a:lnTo>
                    <a:pt x="398043" y="437883"/>
                  </a:lnTo>
                  <a:lnTo>
                    <a:pt x="398043" y="471309"/>
                  </a:lnTo>
                  <a:lnTo>
                    <a:pt x="404964" y="471309"/>
                  </a:lnTo>
                  <a:lnTo>
                    <a:pt x="404964" y="437845"/>
                  </a:lnTo>
                  <a:lnTo>
                    <a:pt x="405815" y="435279"/>
                  </a:lnTo>
                  <a:lnTo>
                    <a:pt x="409321" y="429247"/>
                  </a:lnTo>
                  <a:lnTo>
                    <a:pt x="413118" y="427202"/>
                  </a:lnTo>
                  <a:lnTo>
                    <a:pt x="422516" y="427202"/>
                  </a:lnTo>
                  <a:lnTo>
                    <a:pt x="426313" y="429247"/>
                  </a:lnTo>
                  <a:lnTo>
                    <a:pt x="429806" y="435279"/>
                  </a:lnTo>
                  <a:lnTo>
                    <a:pt x="430669" y="437883"/>
                  </a:lnTo>
                  <a:lnTo>
                    <a:pt x="430669" y="471309"/>
                  </a:lnTo>
                  <a:lnTo>
                    <a:pt x="437603" y="471309"/>
                  </a:lnTo>
                  <a:lnTo>
                    <a:pt x="437603" y="442150"/>
                  </a:lnTo>
                  <a:close/>
                </a:path>
                <a:path w="700405" h="490854">
                  <a:moveTo>
                    <a:pt x="497306" y="443191"/>
                  </a:moveTo>
                  <a:lnTo>
                    <a:pt x="497268" y="443001"/>
                  </a:lnTo>
                  <a:lnTo>
                    <a:pt x="496036" y="437972"/>
                  </a:lnTo>
                  <a:lnTo>
                    <a:pt x="493229" y="433451"/>
                  </a:lnTo>
                  <a:lnTo>
                    <a:pt x="489877" y="427659"/>
                  </a:lnTo>
                  <a:lnTo>
                    <a:pt x="489877" y="443001"/>
                  </a:lnTo>
                  <a:lnTo>
                    <a:pt x="452882" y="443001"/>
                  </a:lnTo>
                  <a:lnTo>
                    <a:pt x="454723" y="432600"/>
                  </a:lnTo>
                  <a:lnTo>
                    <a:pt x="463486" y="427177"/>
                  </a:lnTo>
                  <a:lnTo>
                    <a:pt x="478866" y="427177"/>
                  </a:lnTo>
                  <a:lnTo>
                    <a:pt x="487832" y="432142"/>
                  </a:lnTo>
                  <a:lnTo>
                    <a:pt x="489877" y="443001"/>
                  </a:lnTo>
                  <a:lnTo>
                    <a:pt x="489877" y="427659"/>
                  </a:lnTo>
                  <a:lnTo>
                    <a:pt x="489737" y="427418"/>
                  </a:lnTo>
                  <a:lnTo>
                    <a:pt x="489458" y="427177"/>
                  </a:lnTo>
                  <a:lnTo>
                    <a:pt x="482180" y="420954"/>
                  </a:lnTo>
                  <a:lnTo>
                    <a:pt x="471246" y="420852"/>
                  </a:lnTo>
                  <a:lnTo>
                    <a:pt x="461314" y="423049"/>
                  </a:lnTo>
                  <a:lnTo>
                    <a:pt x="453212" y="428637"/>
                  </a:lnTo>
                  <a:lnTo>
                    <a:pt x="447738" y="436816"/>
                  </a:lnTo>
                  <a:lnTo>
                    <a:pt x="445731" y="446722"/>
                  </a:lnTo>
                  <a:lnTo>
                    <a:pt x="447751" y="456704"/>
                  </a:lnTo>
                  <a:lnTo>
                    <a:pt x="453250" y="464870"/>
                  </a:lnTo>
                  <a:lnTo>
                    <a:pt x="461378" y="470382"/>
                  </a:lnTo>
                  <a:lnTo>
                    <a:pt x="471322" y="472401"/>
                  </a:lnTo>
                  <a:lnTo>
                    <a:pt x="479196" y="471157"/>
                  </a:lnTo>
                  <a:lnTo>
                    <a:pt x="495706" y="454685"/>
                  </a:lnTo>
                  <a:lnTo>
                    <a:pt x="488365" y="454685"/>
                  </a:lnTo>
                  <a:lnTo>
                    <a:pt x="486435" y="459955"/>
                  </a:lnTo>
                  <a:lnTo>
                    <a:pt x="480822" y="465937"/>
                  </a:lnTo>
                  <a:lnTo>
                    <a:pt x="471246" y="466128"/>
                  </a:lnTo>
                  <a:lnTo>
                    <a:pt x="461949" y="466128"/>
                  </a:lnTo>
                  <a:lnTo>
                    <a:pt x="453466" y="458317"/>
                  </a:lnTo>
                  <a:lnTo>
                    <a:pt x="452831" y="449313"/>
                  </a:lnTo>
                  <a:lnTo>
                    <a:pt x="496951" y="449313"/>
                  </a:lnTo>
                  <a:lnTo>
                    <a:pt x="497306" y="443191"/>
                  </a:lnTo>
                  <a:close/>
                </a:path>
                <a:path w="700405" h="490854">
                  <a:moveTo>
                    <a:pt x="549630" y="436803"/>
                  </a:moveTo>
                  <a:lnTo>
                    <a:pt x="547509" y="430796"/>
                  </a:lnTo>
                  <a:lnTo>
                    <a:pt x="539343" y="422744"/>
                  </a:lnTo>
                  <a:lnTo>
                    <a:pt x="534555" y="420890"/>
                  </a:lnTo>
                  <a:lnTo>
                    <a:pt x="527900" y="420890"/>
                  </a:lnTo>
                  <a:lnTo>
                    <a:pt x="520636" y="420890"/>
                  </a:lnTo>
                  <a:lnTo>
                    <a:pt x="515569" y="424421"/>
                  </a:lnTo>
                  <a:lnTo>
                    <a:pt x="513207" y="427786"/>
                  </a:lnTo>
                  <a:lnTo>
                    <a:pt x="513207" y="422109"/>
                  </a:lnTo>
                  <a:lnTo>
                    <a:pt x="506272" y="422109"/>
                  </a:lnTo>
                  <a:lnTo>
                    <a:pt x="506272" y="471284"/>
                  </a:lnTo>
                  <a:lnTo>
                    <a:pt x="513207" y="471284"/>
                  </a:lnTo>
                  <a:lnTo>
                    <a:pt x="513207" y="444246"/>
                  </a:lnTo>
                  <a:lnTo>
                    <a:pt x="513105" y="438670"/>
                  </a:lnTo>
                  <a:lnTo>
                    <a:pt x="514680" y="434060"/>
                  </a:lnTo>
                  <a:lnTo>
                    <a:pt x="521512" y="427443"/>
                  </a:lnTo>
                  <a:lnTo>
                    <a:pt x="526478" y="427177"/>
                  </a:lnTo>
                  <a:lnTo>
                    <a:pt x="529348" y="427177"/>
                  </a:lnTo>
                  <a:lnTo>
                    <a:pt x="534327" y="427482"/>
                  </a:lnTo>
                  <a:lnTo>
                    <a:pt x="541096" y="434035"/>
                  </a:lnTo>
                  <a:lnTo>
                    <a:pt x="542696" y="438670"/>
                  </a:lnTo>
                  <a:lnTo>
                    <a:pt x="542696" y="471284"/>
                  </a:lnTo>
                  <a:lnTo>
                    <a:pt x="549630" y="471284"/>
                  </a:lnTo>
                  <a:lnTo>
                    <a:pt x="549630" y="436803"/>
                  </a:lnTo>
                  <a:close/>
                </a:path>
                <a:path w="700405" h="490854">
                  <a:moveTo>
                    <a:pt x="586003" y="422135"/>
                  </a:moveTo>
                  <a:lnTo>
                    <a:pt x="574395" y="422135"/>
                  </a:lnTo>
                  <a:lnTo>
                    <a:pt x="574395" y="404990"/>
                  </a:lnTo>
                  <a:lnTo>
                    <a:pt x="567461" y="404990"/>
                  </a:lnTo>
                  <a:lnTo>
                    <a:pt x="567461" y="422135"/>
                  </a:lnTo>
                  <a:lnTo>
                    <a:pt x="557276" y="422135"/>
                  </a:lnTo>
                  <a:lnTo>
                    <a:pt x="557276" y="428447"/>
                  </a:lnTo>
                  <a:lnTo>
                    <a:pt x="567461" y="428447"/>
                  </a:lnTo>
                  <a:lnTo>
                    <a:pt x="567461" y="471309"/>
                  </a:lnTo>
                  <a:lnTo>
                    <a:pt x="574395" y="471309"/>
                  </a:lnTo>
                  <a:lnTo>
                    <a:pt x="574395" y="428447"/>
                  </a:lnTo>
                  <a:lnTo>
                    <a:pt x="586003" y="428447"/>
                  </a:lnTo>
                  <a:lnTo>
                    <a:pt x="586003" y="422135"/>
                  </a:lnTo>
                  <a:close/>
                </a:path>
                <a:path w="700405" h="490854">
                  <a:moveTo>
                    <a:pt x="641591" y="443153"/>
                  </a:moveTo>
                  <a:lnTo>
                    <a:pt x="641540" y="442976"/>
                  </a:lnTo>
                  <a:lnTo>
                    <a:pt x="640283" y="437934"/>
                  </a:lnTo>
                  <a:lnTo>
                    <a:pt x="637489" y="433425"/>
                  </a:lnTo>
                  <a:lnTo>
                    <a:pt x="634123" y="427558"/>
                  </a:lnTo>
                  <a:lnTo>
                    <a:pt x="634123" y="442976"/>
                  </a:lnTo>
                  <a:lnTo>
                    <a:pt x="597141" y="442976"/>
                  </a:lnTo>
                  <a:lnTo>
                    <a:pt x="598970" y="432574"/>
                  </a:lnTo>
                  <a:lnTo>
                    <a:pt x="607758" y="427139"/>
                  </a:lnTo>
                  <a:lnTo>
                    <a:pt x="623138" y="427139"/>
                  </a:lnTo>
                  <a:lnTo>
                    <a:pt x="632079" y="432117"/>
                  </a:lnTo>
                  <a:lnTo>
                    <a:pt x="634123" y="442976"/>
                  </a:lnTo>
                  <a:lnTo>
                    <a:pt x="634123" y="427558"/>
                  </a:lnTo>
                  <a:lnTo>
                    <a:pt x="634022" y="427380"/>
                  </a:lnTo>
                  <a:lnTo>
                    <a:pt x="633730" y="427139"/>
                  </a:lnTo>
                  <a:lnTo>
                    <a:pt x="626402" y="420916"/>
                  </a:lnTo>
                  <a:lnTo>
                    <a:pt x="589978" y="446697"/>
                  </a:lnTo>
                  <a:lnTo>
                    <a:pt x="591997" y="456679"/>
                  </a:lnTo>
                  <a:lnTo>
                    <a:pt x="597484" y="464845"/>
                  </a:lnTo>
                  <a:lnTo>
                    <a:pt x="605637" y="470357"/>
                  </a:lnTo>
                  <a:lnTo>
                    <a:pt x="615607" y="472376"/>
                  </a:lnTo>
                  <a:lnTo>
                    <a:pt x="623455" y="471131"/>
                  </a:lnTo>
                  <a:lnTo>
                    <a:pt x="630415" y="467626"/>
                  </a:lnTo>
                  <a:lnTo>
                    <a:pt x="631990" y="466090"/>
                  </a:lnTo>
                  <a:lnTo>
                    <a:pt x="636016" y="462178"/>
                  </a:lnTo>
                  <a:lnTo>
                    <a:pt x="639775" y="455142"/>
                  </a:lnTo>
                  <a:lnTo>
                    <a:pt x="639953" y="454647"/>
                  </a:lnTo>
                  <a:lnTo>
                    <a:pt x="632650" y="454647"/>
                  </a:lnTo>
                  <a:lnTo>
                    <a:pt x="630682" y="459930"/>
                  </a:lnTo>
                  <a:lnTo>
                    <a:pt x="625132" y="465912"/>
                  </a:lnTo>
                  <a:lnTo>
                    <a:pt x="615505" y="466090"/>
                  </a:lnTo>
                  <a:lnTo>
                    <a:pt x="606259" y="466090"/>
                  </a:lnTo>
                  <a:lnTo>
                    <a:pt x="597750" y="458279"/>
                  </a:lnTo>
                  <a:lnTo>
                    <a:pt x="597090" y="449287"/>
                  </a:lnTo>
                  <a:lnTo>
                    <a:pt x="641210" y="449287"/>
                  </a:lnTo>
                  <a:lnTo>
                    <a:pt x="641261" y="448945"/>
                  </a:lnTo>
                  <a:lnTo>
                    <a:pt x="641591" y="443153"/>
                  </a:lnTo>
                  <a:close/>
                </a:path>
                <a:path w="700405" h="490854">
                  <a:moveTo>
                    <a:pt x="700151" y="405053"/>
                  </a:moveTo>
                  <a:lnTo>
                    <a:pt x="693559" y="405053"/>
                  </a:lnTo>
                  <a:lnTo>
                    <a:pt x="693559" y="446811"/>
                  </a:lnTo>
                  <a:lnTo>
                    <a:pt x="692099" y="454355"/>
                  </a:lnTo>
                  <a:lnTo>
                    <a:pt x="688060" y="460514"/>
                  </a:lnTo>
                  <a:lnTo>
                    <a:pt x="682015" y="464629"/>
                  </a:lnTo>
                  <a:lnTo>
                    <a:pt x="674522" y="466128"/>
                  </a:lnTo>
                  <a:lnTo>
                    <a:pt x="666788" y="464654"/>
                  </a:lnTo>
                  <a:lnTo>
                    <a:pt x="660603" y="460603"/>
                  </a:lnTo>
                  <a:lnTo>
                    <a:pt x="656501" y="454482"/>
                  </a:lnTo>
                  <a:lnTo>
                    <a:pt x="655015" y="446811"/>
                  </a:lnTo>
                  <a:lnTo>
                    <a:pt x="656691" y="438302"/>
                  </a:lnTo>
                  <a:lnTo>
                    <a:pt x="661123" y="432155"/>
                  </a:lnTo>
                  <a:lnTo>
                    <a:pt x="667385" y="428421"/>
                  </a:lnTo>
                  <a:lnTo>
                    <a:pt x="674522" y="427177"/>
                  </a:lnTo>
                  <a:lnTo>
                    <a:pt x="681926" y="428713"/>
                  </a:lnTo>
                  <a:lnTo>
                    <a:pt x="687984" y="432917"/>
                  </a:lnTo>
                  <a:lnTo>
                    <a:pt x="692073" y="439140"/>
                  </a:lnTo>
                  <a:lnTo>
                    <a:pt x="693534" y="446570"/>
                  </a:lnTo>
                  <a:lnTo>
                    <a:pt x="693559" y="446811"/>
                  </a:lnTo>
                  <a:lnTo>
                    <a:pt x="693559" y="405053"/>
                  </a:lnTo>
                  <a:lnTo>
                    <a:pt x="693216" y="405053"/>
                  </a:lnTo>
                  <a:lnTo>
                    <a:pt x="693216" y="429945"/>
                  </a:lnTo>
                  <a:lnTo>
                    <a:pt x="691159" y="427177"/>
                  </a:lnTo>
                  <a:lnTo>
                    <a:pt x="686981" y="421563"/>
                  </a:lnTo>
                  <a:lnTo>
                    <a:pt x="677379" y="420890"/>
                  </a:lnTo>
                  <a:lnTo>
                    <a:pt x="674497" y="420890"/>
                  </a:lnTo>
                  <a:lnTo>
                    <a:pt x="663384" y="423125"/>
                  </a:lnTo>
                  <a:lnTo>
                    <a:pt x="655078" y="428993"/>
                  </a:lnTo>
                  <a:lnTo>
                    <a:pt x="649884" y="437235"/>
                  </a:lnTo>
                  <a:lnTo>
                    <a:pt x="648081" y="446570"/>
                  </a:lnTo>
                  <a:lnTo>
                    <a:pt x="650125" y="456730"/>
                  </a:lnTo>
                  <a:lnTo>
                    <a:pt x="655739" y="464934"/>
                  </a:lnTo>
                  <a:lnTo>
                    <a:pt x="664121" y="470433"/>
                  </a:lnTo>
                  <a:lnTo>
                    <a:pt x="674497" y="472440"/>
                  </a:lnTo>
                  <a:lnTo>
                    <a:pt x="680453" y="472440"/>
                  </a:lnTo>
                  <a:lnTo>
                    <a:pt x="688454" y="470001"/>
                  </a:lnTo>
                  <a:lnTo>
                    <a:pt x="691222" y="466128"/>
                  </a:lnTo>
                  <a:lnTo>
                    <a:pt x="693216" y="463321"/>
                  </a:lnTo>
                  <a:lnTo>
                    <a:pt x="693216" y="471309"/>
                  </a:lnTo>
                  <a:lnTo>
                    <a:pt x="700151" y="471309"/>
                  </a:lnTo>
                  <a:lnTo>
                    <a:pt x="700151" y="463321"/>
                  </a:lnTo>
                  <a:lnTo>
                    <a:pt x="700151" y="429945"/>
                  </a:lnTo>
                  <a:lnTo>
                    <a:pt x="700151" y="405053"/>
                  </a:lnTo>
                  <a:close/>
                </a:path>
                <a:path w="700405" h="490854">
                  <a:moveTo>
                    <a:pt x="700176" y="2184"/>
                  </a:moveTo>
                  <a:lnTo>
                    <a:pt x="697928" y="0"/>
                  </a:lnTo>
                  <a:lnTo>
                    <a:pt x="216623" y="25"/>
                  </a:lnTo>
                  <a:lnTo>
                    <a:pt x="190576" y="3911"/>
                  </a:lnTo>
                  <a:lnTo>
                    <a:pt x="148869" y="31394"/>
                  </a:lnTo>
                  <a:lnTo>
                    <a:pt x="40881" y="280568"/>
                  </a:lnTo>
                  <a:lnTo>
                    <a:pt x="40716" y="281228"/>
                  </a:lnTo>
                  <a:lnTo>
                    <a:pt x="40716" y="284632"/>
                  </a:lnTo>
                  <a:lnTo>
                    <a:pt x="42976" y="286854"/>
                  </a:lnTo>
                  <a:lnTo>
                    <a:pt x="261810" y="286854"/>
                  </a:lnTo>
                  <a:lnTo>
                    <a:pt x="271538" y="284365"/>
                  </a:lnTo>
                  <a:lnTo>
                    <a:pt x="277088" y="277990"/>
                  </a:lnTo>
                  <a:lnTo>
                    <a:pt x="277507" y="269417"/>
                  </a:lnTo>
                  <a:lnTo>
                    <a:pt x="271868" y="260286"/>
                  </a:lnTo>
                  <a:lnTo>
                    <a:pt x="192532" y="186105"/>
                  </a:lnTo>
                  <a:lnTo>
                    <a:pt x="174726" y="156324"/>
                  </a:lnTo>
                  <a:lnTo>
                    <a:pt x="171678" y="120751"/>
                  </a:lnTo>
                  <a:lnTo>
                    <a:pt x="183794" y="86512"/>
                  </a:lnTo>
                  <a:lnTo>
                    <a:pt x="211531" y="60731"/>
                  </a:lnTo>
                  <a:lnTo>
                    <a:pt x="255320" y="50558"/>
                  </a:lnTo>
                  <a:lnTo>
                    <a:pt x="680529" y="50558"/>
                  </a:lnTo>
                  <a:lnTo>
                    <a:pt x="682396" y="49161"/>
                  </a:lnTo>
                  <a:lnTo>
                    <a:pt x="683082" y="47231"/>
                  </a:lnTo>
                  <a:lnTo>
                    <a:pt x="700049" y="6235"/>
                  </a:lnTo>
                  <a:lnTo>
                    <a:pt x="700176" y="5588"/>
                  </a:lnTo>
                  <a:lnTo>
                    <a:pt x="700176" y="21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112" y="6357067"/>
              <a:ext cx="415903" cy="2350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14800" y="1488947"/>
              <a:ext cx="7774305" cy="1005840"/>
            </a:xfrm>
            <a:custGeom>
              <a:avLst/>
              <a:gdLst/>
              <a:ahLst/>
              <a:cxnLst/>
              <a:rect l="l" t="t" r="r" b="b"/>
              <a:pathLst>
                <a:path w="7774305" h="1005839">
                  <a:moveTo>
                    <a:pt x="7773924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7773924" y="1005839"/>
                  </a:lnTo>
                  <a:lnTo>
                    <a:pt x="7773924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14800" y="1488947"/>
              <a:ext cx="7774305" cy="1005840"/>
            </a:xfrm>
            <a:custGeom>
              <a:avLst/>
              <a:gdLst/>
              <a:ahLst/>
              <a:cxnLst/>
              <a:rect l="l" t="t" r="r" b="b"/>
              <a:pathLst>
                <a:path w="7774305" h="1005839">
                  <a:moveTo>
                    <a:pt x="0" y="1005839"/>
                  </a:moveTo>
                  <a:lnTo>
                    <a:pt x="7773924" y="1005839"/>
                  </a:lnTo>
                  <a:lnTo>
                    <a:pt x="7773924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058781" y="6399682"/>
            <a:ext cx="1456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3224A"/>
                </a:solidFill>
                <a:latin typeface="Arial MT"/>
                <a:cs typeface="Arial MT"/>
              </a:rPr>
              <a:t>As</a:t>
            </a:r>
            <a:r>
              <a:rPr sz="1000" spc="-1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3224A"/>
                </a:solidFill>
                <a:latin typeface="Arial MT"/>
                <a:cs typeface="Arial MT"/>
              </a:rPr>
              <a:t>of</a:t>
            </a:r>
            <a:r>
              <a:rPr sz="1000" spc="-3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3224A"/>
                </a:solidFill>
                <a:latin typeface="Arial MT"/>
                <a:cs typeface="Arial MT"/>
              </a:rPr>
              <a:t>December</a:t>
            </a:r>
            <a:r>
              <a:rPr sz="1000" spc="-3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3224A"/>
                </a:solidFill>
                <a:latin typeface="Arial MT"/>
                <a:cs typeface="Arial MT"/>
              </a:rPr>
              <a:t>31,</a:t>
            </a:r>
            <a:r>
              <a:rPr sz="1000" spc="-2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03224A"/>
                </a:solidFill>
                <a:latin typeface="Arial MT"/>
                <a:cs typeface="Arial MT"/>
              </a:rPr>
              <a:t>2023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4800" y="1488947"/>
            <a:ext cx="7774305" cy="92845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6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08685">
              <a:lnSpc>
                <a:spcPct val="100000"/>
              </a:lnSpc>
              <a:spcBef>
                <a:spcPts val="5"/>
              </a:spcBef>
            </a:pPr>
            <a:r>
              <a:rPr lang="fr-FR" sz="1800" dirty="0">
                <a:solidFill>
                  <a:srgbClr val="FFFFFF"/>
                </a:solidFill>
                <a:latin typeface="Arial MT"/>
                <a:cs typeface="Arial MT"/>
              </a:rPr>
              <a:t>STMicroelectronics </a:t>
            </a:r>
            <a:r>
              <a:rPr lang="fr-FR" sz="1800" dirty="0" err="1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lang="fr-FR" sz="1800" dirty="0">
                <a:solidFill>
                  <a:srgbClr val="FFFFFF"/>
                </a:solidFill>
                <a:latin typeface="Arial MT"/>
                <a:cs typeface="Arial MT"/>
              </a:rPr>
              <a:t> o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ne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world’s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largest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semiconductor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companies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500681" y="2683573"/>
            <a:ext cx="3392804" cy="1015365"/>
            <a:chOff x="8500681" y="2683573"/>
            <a:chExt cx="3392804" cy="1015365"/>
          </a:xfrm>
        </p:grpSpPr>
        <p:sp>
          <p:nvSpPr>
            <p:cNvPr id="16" name="object 16"/>
            <p:cNvSpPr/>
            <p:nvPr/>
          </p:nvSpPr>
          <p:spPr>
            <a:xfrm>
              <a:off x="8505443" y="2688335"/>
              <a:ext cx="3383279" cy="1005840"/>
            </a:xfrm>
            <a:custGeom>
              <a:avLst/>
              <a:gdLst/>
              <a:ahLst/>
              <a:cxnLst/>
              <a:rect l="l" t="t" r="r" b="b"/>
              <a:pathLst>
                <a:path w="3383279" h="1005839">
                  <a:moveTo>
                    <a:pt x="3383279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3383279" y="1005839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05443" y="2688335"/>
              <a:ext cx="3383279" cy="1005840"/>
            </a:xfrm>
            <a:custGeom>
              <a:avLst/>
              <a:gdLst/>
              <a:ahLst/>
              <a:cxnLst/>
              <a:rect l="l" t="t" r="r" b="b"/>
              <a:pathLst>
                <a:path w="3383279" h="1005839">
                  <a:moveTo>
                    <a:pt x="0" y="1005839"/>
                  </a:moveTo>
                  <a:lnTo>
                    <a:pt x="3383279" y="1005839"/>
                  </a:lnTo>
                  <a:lnTo>
                    <a:pt x="3383279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05443" y="2688335"/>
            <a:ext cx="3383279" cy="1005840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909319" marR="156210">
              <a:lnSpc>
                <a:spcPct val="100000"/>
              </a:lnSpc>
              <a:spcBef>
                <a:spcPts val="1760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$17.3</a:t>
            </a:r>
            <a:r>
              <a:rPr sz="18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billion</a:t>
            </a:r>
            <a:r>
              <a:rPr sz="18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 MT"/>
                <a:cs typeface="Arial MT"/>
              </a:rPr>
              <a:t>revenues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3224A"/>
                </a:solidFill>
                <a:latin typeface="Arial MT"/>
                <a:cs typeface="Arial MT"/>
              </a:rPr>
              <a:t>2023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14800" y="2688335"/>
            <a:ext cx="4114800" cy="1005840"/>
          </a:xfrm>
          <a:custGeom>
            <a:avLst/>
            <a:gdLst/>
            <a:ahLst/>
            <a:cxnLst/>
            <a:rect l="l" t="t" r="r" b="b"/>
            <a:pathLst>
              <a:path w="4114800" h="1005839">
                <a:moveTo>
                  <a:pt x="4114800" y="0"/>
                </a:moveTo>
                <a:lnTo>
                  <a:pt x="0" y="0"/>
                </a:lnTo>
                <a:lnTo>
                  <a:pt x="0" y="1005839"/>
                </a:lnTo>
                <a:lnTo>
                  <a:pt x="4114800" y="1005839"/>
                </a:lnTo>
                <a:lnTo>
                  <a:pt x="4114800" y="0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14800" y="2688335"/>
            <a:ext cx="4114800" cy="100584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223520" rIns="0" bIns="0" rtlCol="0">
            <a:spAutoFit/>
          </a:bodyPr>
          <a:lstStyle/>
          <a:p>
            <a:pPr marL="908685" marR="777240">
              <a:lnSpc>
                <a:spcPct val="100000"/>
              </a:lnSpc>
              <a:spcBef>
                <a:spcPts val="1760"/>
              </a:spcBef>
            </a:pP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Over</a:t>
            </a:r>
            <a:r>
              <a:rPr sz="1800" spc="-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50,000</a:t>
            </a:r>
            <a:r>
              <a:rPr sz="18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 MT"/>
                <a:cs typeface="Arial MT"/>
              </a:rPr>
              <a:t>employees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which</a:t>
            </a:r>
            <a:r>
              <a:rPr sz="1800" spc="2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9,500+</a:t>
            </a:r>
            <a:r>
              <a:rPr sz="18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in</a:t>
            </a:r>
            <a:r>
              <a:rPr sz="1800" spc="-3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3224A"/>
                </a:solidFill>
                <a:latin typeface="Arial MT"/>
                <a:cs typeface="Arial MT"/>
              </a:rPr>
              <a:t>R&amp;D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14800" y="3889247"/>
            <a:ext cx="4114800" cy="1005840"/>
          </a:xfrm>
          <a:custGeom>
            <a:avLst/>
            <a:gdLst/>
            <a:ahLst/>
            <a:cxnLst/>
            <a:rect l="l" t="t" r="r" b="b"/>
            <a:pathLst>
              <a:path w="4114800" h="1005839">
                <a:moveTo>
                  <a:pt x="4114800" y="0"/>
                </a:moveTo>
                <a:lnTo>
                  <a:pt x="0" y="0"/>
                </a:lnTo>
                <a:lnTo>
                  <a:pt x="0" y="1005839"/>
                </a:lnTo>
                <a:lnTo>
                  <a:pt x="4114800" y="1005839"/>
                </a:lnTo>
                <a:lnTo>
                  <a:pt x="4114800" y="0"/>
                </a:lnTo>
                <a:close/>
              </a:path>
            </a:pathLst>
          </a:custGeom>
          <a:solidFill>
            <a:srgbClr val="E8E8E9">
              <a:alpha val="8784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114800" y="3889247"/>
            <a:ext cx="4114800" cy="10058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908685" marR="344805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Over</a:t>
            </a:r>
            <a:r>
              <a:rPr sz="1800" spc="-1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80</a:t>
            </a:r>
            <a:r>
              <a:rPr sz="1800" b="1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sales</a:t>
            </a:r>
            <a:r>
              <a:rPr sz="1800" spc="-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&amp;</a:t>
            </a:r>
            <a:r>
              <a:rPr sz="1800" spc="-2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 MT"/>
                <a:cs typeface="Arial MT"/>
              </a:rPr>
              <a:t>marketing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offices</a:t>
            </a:r>
            <a:r>
              <a:rPr sz="1800" spc="-3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serving</a:t>
            </a:r>
            <a:r>
              <a:rPr sz="1800" spc="-35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over</a:t>
            </a:r>
            <a:r>
              <a:rPr sz="1800" spc="-2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200,000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customers</a:t>
            </a:r>
            <a:r>
              <a:rPr sz="1800" spc="-4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across</a:t>
            </a:r>
            <a:r>
              <a:rPr sz="1800" spc="-3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3224A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3224A"/>
                </a:solidFill>
                <a:latin typeface="Arial MT"/>
                <a:cs typeface="Arial MT"/>
              </a:rPr>
              <a:t>globe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14800" y="5088635"/>
            <a:ext cx="7774305" cy="1005840"/>
          </a:xfrm>
          <a:custGeom>
            <a:avLst/>
            <a:gdLst/>
            <a:ahLst/>
            <a:cxnLst/>
            <a:rect l="l" t="t" r="r" b="b"/>
            <a:pathLst>
              <a:path w="7774305" h="1005839">
                <a:moveTo>
                  <a:pt x="7773924" y="0"/>
                </a:moveTo>
                <a:lnTo>
                  <a:pt x="0" y="0"/>
                </a:lnTo>
                <a:lnTo>
                  <a:pt x="0" y="1005839"/>
                </a:lnTo>
                <a:lnTo>
                  <a:pt x="7773924" y="1005839"/>
                </a:lnTo>
                <a:lnTo>
                  <a:pt x="7773924" y="0"/>
                </a:lnTo>
                <a:close/>
              </a:path>
            </a:pathLst>
          </a:custGeom>
          <a:solidFill>
            <a:srgbClr val="FFFFFF">
              <a:alpha val="8784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011039" y="5299709"/>
            <a:ext cx="57759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lang="fr-FR" sz="1800" dirty="0">
                <a:solidFill>
                  <a:srgbClr val="03224A"/>
                </a:solidFill>
                <a:latin typeface="Arial MT"/>
                <a:cs typeface="Arial MT"/>
              </a:rPr>
              <a:t>ST </a:t>
            </a:r>
            <a:r>
              <a:rPr lang="fr-FR" sz="1800" dirty="0" err="1">
                <a:solidFill>
                  <a:srgbClr val="03224A"/>
                </a:solidFill>
                <a:latin typeface="Arial MT"/>
                <a:cs typeface="Arial MT"/>
              </a:rPr>
              <a:t>is</a:t>
            </a:r>
            <a:r>
              <a:rPr lang="fr-FR" sz="1800" dirty="0">
                <a:solidFill>
                  <a:srgbClr val="03224A"/>
                </a:solidFill>
                <a:latin typeface="Arial MT"/>
                <a:cs typeface="Arial MT"/>
              </a:rPr>
              <a:t> a key </a:t>
            </a:r>
            <a:r>
              <a:rPr lang="fr-FR" sz="1800" dirty="0" err="1">
                <a:solidFill>
                  <a:srgbClr val="03224A"/>
                </a:solidFill>
                <a:latin typeface="Arial MT"/>
                <a:cs typeface="Arial MT"/>
              </a:rPr>
              <a:t>player</a:t>
            </a:r>
            <a:r>
              <a:rPr lang="fr-FR" sz="1800" dirty="0">
                <a:solidFill>
                  <a:srgbClr val="03224A"/>
                </a:solidFill>
                <a:latin typeface="Arial MT"/>
                <a:cs typeface="Arial MT"/>
              </a:rPr>
              <a:t> in </a:t>
            </a:r>
            <a:r>
              <a:rPr lang="fr-FR" sz="1800" dirty="0" err="1">
                <a:solidFill>
                  <a:srgbClr val="03224A"/>
                </a:solidFill>
                <a:latin typeface="Arial MT"/>
                <a:cs typeface="Arial MT"/>
              </a:rPr>
              <a:t>different</a:t>
            </a:r>
            <a:r>
              <a:rPr lang="fr-FR" sz="180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lang="fr-FR" sz="1800" dirty="0" err="1">
                <a:solidFill>
                  <a:srgbClr val="03224A"/>
                </a:solidFill>
                <a:latin typeface="Arial MT"/>
                <a:cs typeface="Arial MT"/>
              </a:rPr>
              <a:t>sectors</a:t>
            </a:r>
            <a:r>
              <a:rPr lang="fr-FR" sz="180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lang="fr-FR" sz="1800" dirty="0" err="1">
                <a:solidFill>
                  <a:srgbClr val="03224A"/>
                </a:solidFill>
                <a:latin typeface="Arial MT"/>
                <a:cs typeface="Arial MT"/>
              </a:rPr>
              <a:t>such</a:t>
            </a:r>
            <a:r>
              <a:rPr lang="fr-FR" sz="1800" dirty="0">
                <a:solidFill>
                  <a:srgbClr val="03224A"/>
                </a:solidFill>
                <a:latin typeface="Arial MT"/>
                <a:cs typeface="Arial MT"/>
              </a:rPr>
              <a:t> as automotive, </a:t>
            </a:r>
            <a:r>
              <a:rPr lang="fr-FR" dirty="0" err="1">
                <a:solidFill>
                  <a:srgbClr val="03224A"/>
                </a:solidFill>
                <a:latin typeface="Arial MT"/>
                <a:cs typeface="Arial MT"/>
              </a:rPr>
              <a:t>industrial</a:t>
            </a:r>
            <a:r>
              <a:rPr lang="fr-FR" dirty="0">
                <a:solidFill>
                  <a:srgbClr val="03224A"/>
                </a:solidFill>
                <a:latin typeface="Arial MT"/>
                <a:cs typeface="Arial MT"/>
              </a:rPr>
              <a:t> and </a:t>
            </a:r>
            <a:r>
              <a:rPr lang="fr-FR" sz="1800" dirty="0" err="1">
                <a:solidFill>
                  <a:srgbClr val="03224A"/>
                </a:solidFill>
                <a:latin typeface="Arial MT"/>
                <a:cs typeface="Arial MT"/>
              </a:rPr>
              <a:t>personal</a:t>
            </a:r>
            <a:r>
              <a:rPr lang="fr-FR" sz="1800" dirty="0">
                <a:solidFill>
                  <a:srgbClr val="03224A"/>
                </a:solidFill>
                <a:latin typeface="Arial MT"/>
                <a:cs typeface="Arial MT"/>
              </a:rPr>
              <a:t> </a:t>
            </a:r>
            <a:r>
              <a:rPr lang="fr-FR" sz="1800" dirty="0" err="1">
                <a:solidFill>
                  <a:srgbClr val="03224A"/>
                </a:solidFill>
                <a:latin typeface="Arial MT"/>
                <a:cs typeface="Arial MT"/>
              </a:rPr>
              <a:t>electronics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89771" y="1722917"/>
            <a:ext cx="5015230" cy="4125595"/>
            <a:chOff x="4289771" y="1722917"/>
            <a:chExt cx="5015230" cy="412559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247" y="2914759"/>
              <a:ext cx="509570" cy="5130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845461" y="2930750"/>
              <a:ext cx="254635" cy="514350"/>
            </a:xfrm>
            <a:custGeom>
              <a:avLst/>
              <a:gdLst/>
              <a:ahLst/>
              <a:cxnLst/>
              <a:rect l="l" t="t" r="r" b="b"/>
              <a:pathLst>
                <a:path w="254634" h="514350">
                  <a:moveTo>
                    <a:pt x="157461" y="0"/>
                  </a:moveTo>
                  <a:lnTo>
                    <a:pt x="100748" y="0"/>
                  </a:lnTo>
                  <a:lnTo>
                    <a:pt x="100748" y="51092"/>
                  </a:lnTo>
                  <a:lnTo>
                    <a:pt x="64155" y="66000"/>
                  </a:lnTo>
                  <a:lnTo>
                    <a:pt x="36288" y="90481"/>
                  </a:lnTo>
                  <a:lnTo>
                    <a:pt x="18544" y="122925"/>
                  </a:lnTo>
                  <a:lnTo>
                    <a:pt x="12320" y="161725"/>
                  </a:lnTo>
                  <a:lnTo>
                    <a:pt x="23236" y="211316"/>
                  </a:lnTo>
                  <a:lnTo>
                    <a:pt x="48916" y="242761"/>
                  </a:lnTo>
                  <a:lnTo>
                    <a:pt x="78758" y="260411"/>
                  </a:lnTo>
                  <a:lnTo>
                    <a:pt x="135269" y="279358"/>
                  </a:lnTo>
                  <a:lnTo>
                    <a:pt x="163633" y="293174"/>
                  </a:lnTo>
                  <a:lnTo>
                    <a:pt x="183445" y="313448"/>
                  </a:lnTo>
                  <a:lnTo>
                    <a:pt x="190895" y="343561"/>
                  </a:lnTo>
                  <a:lnTo>
                    <a:pt x="186056" y="367463"/>
                  </a:lnTo>
                  <a:lnTo>
                    <a:pt x="172865" y="386997"/>
                  </a:lnTo>
                  <a:lnTo>
                    <a:pt x="153313" y="400176"/>
                  </a:lnTo>
                  <a:lnTo>
                    <a:pt x="129390" y="405011"/>
                  </a:lnTo>
                  <a:lnTo>
                    <a:pt x="107165" y="401138"/>
                  </a:lnTo>
                  <a:lnTo>
                    <a:pt x="86734" y="389271"/>
                  </a:lnTo>
                  <a:lnTo>
                    <a:pt x="71252" y="369033"/>
                  </a:lnTo>
                  <a:lnTo>
                    <a:pt x="63873" y="340048"/>
                  </a:lnTo>
                  <a:lnTo>
                    <a:pt x="63268" y="330804"/>
                  </a:lnTo>
                  <a:lnTo>
                    <a:pt x="0" y="330804"/>
                  </a:lnTo>
                  <a:lnTo>
                    <a:pt x="9126" y="383369"/>
                  </a:lnTo>
                  <a:lnTo>
                    <a:pt x="30115" y="418431"/>
                  </a:lnTo>
                  <a:lnTo>
                    <a:pt x="61342" y="444083"/>
                  </a:lnTo>
                  <a:lnTo>
                    <a:pt x="100749" y="458091"/>
                  </a:lnTo>
                  <a:lnTo>
                    <a:pt x="100749" y="514345"/>
                  </a:lnTo>
                  <a:lnTo>
                    <a:pt x="157461" y="514345"/>
                  </a:lnTo>
                  <a:lnTo>
                    <a:pt x="157461" y="457668"/>
                  </a:lnTo>
                  <a:lnTo>
                    <a:pt x="199471" y="440176"/>
                  </a:lnTo>
                  <a:lnTo>
                    <a:pt x="229810" y="411858"/>
                  </a:lnTo>
                  <a:lnTo>
                    <a:pt x="248209" y="377069"/>
                  </a:lnTo>
                  <a:lnTo>
                    <a:pt x="254401" y="340161"/>
                  </a:lnTo>
                  <a:lnTo>
                    <a:pt x="248071" y="302223"/>
                  </a:lnTo>
                  <a:lnTo>
                    <a:pt x="229304" y="269899"/>
                  </a:lnTo>
                  <a:lnTo>
                    <a:pt x="198449" y="243593"/>
                  </a:lnTo>
                  <a:lnTo>
                    <a:pt x="155856" y="223711"/>
                  </a:lnTo>
                  <a:lnTo>
                    <a:pt x="120997" y="211906"/>
                  </a:lnTo>
                  <a:lnTo>
                    <a:pt x="96042" y="199249"/>
                  </a:lnTo>
                  <a:lnTo>
                    <a:pt x="80915" y="182459"/>
                  </a:lnTo>
                  <a:lnTo>
                    <a:pt x="75825" y="158331"/>
                  </a:lnTo>
                  <a:lnTo>
                    <a:pt x="80494" y="135117"/>
                  </a:lnTo>
                  <a:lnTo>
                    <a:pt x="92739" y="117756"/>
                  </a:lnTo>
                  <a:lnTo>
                    <a:pt x="109920" y="106877"/>
                  </a:lnTo>
                  <a:lnTo>
                    <a:pt x="129396" y="103110"/>
                  </a:lnTo>
                  <a:lnTo>
                    <a:pt x="145725" y="105974"/>
                  </a:lnTo>
                  <a:lnTo>
                    <a:pt x="162668" y="115243"/>
                  </a:lnTo>
                  <a:lnTo>
                    <a:pt x="176664" y="131936"/>
                  </a:lnTo>
                  <a:lnTo>
                    <a:pt x="184153" y="157072"/>
                  </a:lnTo>
                  <a:lnTo>
                    <a:pt x="185057" y="165966"/>
                  </a:lnTo>
                  <a:lnTo>
                    <a:pt x="245144" y="165966"/>
                  </a:lnTo>
                  <a:lnTo>
                    <a:pt x="237482" y="118319"/>
                  </a:lnTo>
                  <a:lnTo>
                    <a:pt x="192480" y="64411"/>
                  </a:lnTo>
                  <a:lnTo>
                    <a:pt x="157461" y="50906"/>
                  </a:lnTo>
                  <a:lnTo>
                    <a:pt x="157461" y="0"/>
                  </a:lnTo>
                  <a:close/>
                </a:path>
              </a:pathLst>
            </a:custGeom>
            <a:solidFill>
              <a:srgbClr val="1B27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89768" y="1722919"/>
              <a:ext cx="614045" cy="507365"/>
            </a:xfrm>
            <a:custGeom>
              <a:avLst/>
              <a:gdLst/>
              <a:ahLst/>
              <a:cxnLst/>
              <a:rect l="l" t="t" r="r" b="b"/>
              <a:pathLst>
                <a:path w="614045" h="507364">
                  <a:moveTo>
                    <a:pt x="64223" y="270332"/>
                  </a:moveTo>
                  <a:lnTo>
                    <a:pt x="64058" y="252476"/>
                  </a:lnTo>
                  <a:lnTo>
                    <a:pt x="63931" y="231038"/>
                  </a:lnTo>
                  <a:lnTo>
                    <a:pt x="63969" y="191249"/>
                  </a:lnTo>
                  <a:lnTo>
                    <a:pt x="16446" y="188988"/>
                  </a:lnTo>
                  <a:lnTo>
                    <a:pt x="0" y="231038"/>
                  </a:lnTo>
                  <a:lnTo>
                    <a:pt x="254" y="241833"/>
                  </a:lnTo>
                  <a:lnTo>
                    <a:pt x="1016" y="252476"/>
                  </a:lnTo>
                  <a:lnTo>
                    <a:pt x="2247" y="262966"/>
                  </a:lnTo>
                  <a:lnTo>
                    <a:pt x="3924" y="273329"/>
                  </a:lnTo>
                  <a:lnTo>
                    <a:pt x="40627" y="271322"/>
                  </a:lnTo>
                  <a:lnTo>
                    <a:pt x="64223" y="270332"/>
                  </a:lnTo>
                  <a:close/>
                </a:path>
                <a:path w="614045" h="507364">
                  <a:moveTo>
                    <a:pt x="65659" y="89573"/>
                  </a:moveTo>
                  <a:lnTo>
                    <a:pt x="61620" y="89395"/>
                  </a:lnTo>
                  <a:lnTo>
                    <a:pt x="57607" y="89255"/>
                  </a:lnTo>
                  <a:lnTo>
                    <a:pt x="53670" y="89077"/>
                  </a:lnTo>
                  <a:lnTo>
                    <a:pt x="52120" y="88988"/>
                  </a:lnTo>
                  <a:lnTo>
                    <a:pt x="50571" y="88988"/>
                  </a:lnTo>
                  <a:lnTo>
                    <a:pt x="49009" y="88900"/>
                  </a:lnTo>
                  <a:lnTo>
                    <a:pt x="35623" y="107873"/>
                  </a:lnTo>
                  <a:lnTo>
                    <a:pt x="24231" y="128041"/>
                  </a:lnTo>
                  <a:lnTo>
                    <a:pt x="14947" y="149263"/>
                  </a:lnTo>
                  <a:lnTo>
                    <a:pt x="7823" y="171373"/>
                  </a:lnTo>
                  <a:lnTo>
                    <a:pt x="64147" y="168579"/>
                  </a:lnTo>
                  <a:lnTo>
                    <a:pt x="64211" y="158280"/>
                  </a:lnTo>
                  <a:lnTo>
                    <a:pt x="64516" y="137947"/>
                  </a:lnTo>
                  <a:lnTo>
                    <a:pt x="64808" y="122910"/>
                  </a:lnTo>
                  <a:lnTo>
                    <a:pt x="65151" y="107873"/>
                  </a:lnTo>
                  <a:lnTo>
                    <a:pt x="65519" y="93395"/>
                  </a:lnTo>
                  <a:lnTo>
                    <a:pt x="65595" y="92100"/>
                  </a:lnTo>
                  <a:lnTo>
                    <a:pt x="65659" y="89573"/>
                  </a:lnTo>
                  <a:close/>
                </a:path>
                <a:path w="614045" h="507364">
                  <a:moveTo>
                    <a:pt x="66548" y="368617"/>
                  </a:moveTo>
                  <a:lnTo>
                    <a:pt x="65925" y="350774"/>
                  </a:lnTo>
                  <a:lnTo>
                    <a:pt x="65481" y="336257"/>
                  </a:lnTo>
                  <a:lnTo>
                    <a:pt x="64884" y="311365"/>
                  </a:lnTo>
                  <a:lnTo>
                    <a:pt x="64503" y="293001"/>
                  </a:lnTo>
                  <a:lnTo>
                    <a:pt x="60883" y="292887"/>
                  </a:lnTo>
                  <a:lnTo>
                    <a:pt x="7632" y="290195"/>
                  </a:lnTo>
                  <a:lnTo>
                    <a:pt x="14363" y="311365"/>
                  </a:lnTo>
                  <a:lnTo>
                    <a:pt x="23037" y="331597"/>
                  </a:lnTo>
                  <a:lnTo>
                    <a:pt x="33515" y="350774"/>
                  </a:lnTo>
                  <a:lnTo>
                    <a:pt x="45694" y="368820"/>
                  </a:lnTo>
                  <a:lnTo>
                    <a:pt x="48323" y="368947"/>
                  </a:lnTo>
                  <a:lnTo>
                    <a:pt x="51015" y="369023"/>
                  </a:lnTo>
                  <a:lnTo>
                    <a:pt x="57848" y="369023"/>
                  </a:lnTo>
                  <a:lnTo>
                    <a:pt x="62103" y="368871"/>
                  </a:lnTo>
                  <a:lnTo>
                    <a:pt x="66548" y="368617"/>
                  </a:lnTo>
                  <a:close/>
                </a:path>
                <a:path w="614045" h="507364">
                  <a:moveTo>
                    <a:pt x="166001" y="267627"/>
                  </a:moveTo>
                  <a:lnTo>
                    <a:pt x="165874" y="255752"/>
                  </a:lnTo>
                  <a:lnTo>
                    <a:pt x="165785" y="241300"/>
                  </a:lnTo>
                  <a:lnTo>
                    <a:pt x="165785" y="193954"/>
                  </a:lnTo>
                  <a:lnTo>
                    <a:pt x="103962" y="192620"/>
                  </a:lnTo>
                  <a:lnTo>
                    <a:pt x="92849" y="192265"/>
                  </a:lnTo>
                  <a:lnTo>
                    <a:pt x="92811" y="241300"/>
                  </a:lnTo>
                  <a:lnTo>
                    <a:pt x="92710" y="255752"/>
                  </a:lnTo>
                  <a:lnTo>
                    <a:pt x="92595" y="269290"/>
                  </a:lnTo>
                  <a:lnTo>
                    <a:pt x="166001" y="267627"/>
                  </a:lnTo>
                  <a:close/>
                </a:path>
                <a:path w="614045" h="507364">
                  <a:moveTo>
                    <a:pt x="167360" y="92227"/>
                  </a:moveTo>
                  <a:lnTo>
                    <a:pt x="97256" y="90703"/>
                  </a:lnTo>
                  <a:lnTo>
                    <a:pt x="91186" y="90474"/>
                  </a:lnTo>
                  <a:lnTo>
                    <a:pt x="91643" y="108051"/>
                  </a:lnTo>
                  <a:lnTo>
                    <a:pt x="91973" y="122910"/>
                  </a:lnTo>
                  <a:lnTo>
                    <a:pt x="92265" y="137947"/>
                  </a:lnTo>
                  <a:lnTo>
                    <a:pt x="92544" y="157391"/>
                  </a:lnTo>
                  <a:lnTo>
                    <a:pt x="92633" y="167589"/>
                  </a:lnTo>
                  <a:lnTo>
                    <a:pt x="166001" y="165887"/>
                  </a:lnTo>
                  <a:lnTo>
                    <a:pt x="166103" y="153162"/>
                  </a:lnTo>
                  <a:lnTo>
                    <a:pt x="166344" y="137947"/>
                  </a:lnTo>
                  <a:lnTo>
                    <a:pt x="166624" y="122910"/>
                  </a:lnTo>
                  <a:lnTo>
                    <a:pt x="166954" y="108051"/>
                  </a:lnTo>
                  <a:lnTo>
                    <a:pt x="167360" y="92227"/>
                  </a:lnTo>
                  <a:close/>
                </a:path>
                <a:path w="614045" h="507364">
                  <a:moveTo>
                    <a:pt x="167678" y="348919"/>
                  </a:moveTo>
                  <a:lnTo>
                    <a:pt x="167030" y="326110"/>
                  </a:lnTo>
                  <a:lnTo>
                    <a:pt x="166573" y="305841"/>
                  </a:lnTo>
                  <a:lnTo>
                    <a:pt x="166395" y="295694"/>
                  </a:lnTo>
                  <a:lnTo>
                    <a:pt x="103746" y="294360"/>
                  </a:lnTo>
                  <a:lnTo>
                    <a:pt x="97967" y="294144"/>
                  </a:lnTo>
                  <a:lnTo>
                    <a:pt x="92227" y="294005"/>
                  </a:lnTo>
                  <a:lnTo>
                    <a:pt x="91884" y="312051"/>
                  </a:lnTo>
                  <a:lnTo>
                    <a:pt x="91452" y="330098"/>
                  </a:lnTo>
                  <a:lnTo>
                    <a:pt x="90919" y="348919"/>
                  </a:lnTo>
                  <a:lnTo>
                    <a:pt x="90347" y="366191"/>
                  </a:lnTo>
                  <a:lnTo>
                    <a:pt x="107873" y="363385"/>
                  </a:lnTo>
                  <a:lnTo>
                    <a:pt x="126682" y="359575"/>
                  </a:lnTo>
                  <a:lnTo>
                    <a:pt x="146646" y="354761"/>
                  </a:lnTo>
                  <a:lnTo>
                    <a:pt x="167678" y="348919"/>
                  </a:lnTo>
                  <a:close/>
                </a:path>
                <a:path w="614045" h="507364">
                  <a:moveTo>
                    <a:pt x="170726" y="8051"/>
                  </a:moveTo>
                  <a:lnTo>
                    <a:pt x="149047" y="15087"/>
                  </a:lnTo>
                  <a:lnTo>
                    <a:pt x="128219" y="24206"/>
                  </a:lnTo>
                  <a:lnTo>
                    <a:pt x="108394" y="35318"/>
                  </a:lnTo>
                  <a:lnTo>
                    <a:pt x="89700" y="48336"/>
                  </a:lnTo>
                  <a:lnTo>
                    <a:pt x="90220" y="59944"/>
                  </a:lnTo>
                  <a:lnTo>
                    <a:pt x="90385" y="65925"/>
                  </a:lnTo>
                  <a:lnTo>
                    <a:pt x="153352" y="64376"/>
                  </a:lnTo>
                  <a:lnTo>
                    <a:pt x="168262" y="64173"/>
                  </a:lnTo>
                  <a:lnTo>
                    <a:pt x="168503" y="57378"/>
                  </a:lnTo>
                  <a:lnTo>
                    <a:pt x="169379" y="35318"/>
                  </a:lnTo>
                  <a:lnTo>
                    <a:pt x="169621" y="29946"/>
                  </a:lnTo>
                  <a:lnTo>
                    <a:pt x="170357" y="15087"/>
                  </a:lnTo>
                  <a:lnTo>
                    <a:pt x="170726" y="8051"/>
                  </a:lnTo>
                  <a:close/>
                </a:path>
                <a:path w="614045" h="507364">
                  <a:moveTo>
                    <a:pt x="267804" y="267119"/>
                  </a:moveTo>
                  <a:lnTo>
                    <a:pt x="267677" y="254254"/>
                  </a:lnTo>
                  <a:lnTo>
                    <a:pt x="267589" y="241160"/>
                  </a:lnTo>
                  <a:lnTo>
                    <a:pt x="267550" y="194462"/>
                  </a:lnTo>
                  <a:lnTo>
                    <a:pt x="267550" y="194284"/>
                  </a:lnTo>
                  <a:lnTo>
                    <a:pt x="231127" y="194462"/>
                  </a:lnTo>
                  <a:lnTo>
                    <a:pt x="194665" y="194246"/>
                  </a:lnTo>
                  <a:lnTo>
                    <a:pt x="194640" y="241160"/>
                  </a:lnTo>
                  <a:lnTo>
                    <a:pt x="194551" y="254254"/>
                  </a:lnTo>
                  <a:lnTo>
                    <a:pt x="194411" y="267296"/>
                  </a:lnTo>
                  <a:lnTo>
                    <a:pt x="243344" y="267182"/>
                  </a:lnTo>
                  <a:lnTo>
                    <a:pt x="267804" y="267296"/>
                  </a:lnTo>
                  <a:lnTo>
                    <a:pt x="267804" y="267119"/>
                  </a:lnTo>
                  <a:close/>
                </a:path>
                <a:path w="614045" h="507364">
                  <a:moveTo>
                    <a:pt x="268490" y="311404"/>
                  </a:moveTo>
                  <a:lnTo>
                    <a:pt x="268173" y="296202"/>
                  </a:lnTo>
                  <a:lnTo>
                    <a:pt x="268160" y="295998"/>
                  </a:lnTo>
                  <a:lnTo>
                    <a:pt x="231127" y="296202"/>
                  </a:lnTo>
                  <a:lnTo>
                    <a:pt x="194005" y="295998"/>
                  </a:lnTo>
                  <a:lnTo>
                    <a:pt x="193611" y="316331"/>
                  </a:lnTo>
                  <a:lnTo>
                    <a:pt x="192976" y="340982"/>
                  </a:lnTo>
                  <a:lnTo>
                    <a:pt x="211201" y="334619"/>
                  </a:lnTo>
                  <a:lnTo>
                    <a:pt x="229895" y="327571"/>
                  </a:lnTo>
                  <a:lnTo>
                    <a:pt x="249008" y="319824"/>
                  </a:lnTo>
                  <a:lnTo>
                    <a:pt x="268490" y="311404"/>
                  </a:lnTo>
                  <a:close/>
                </a:path>
                <a:path w="614045" h="507364">
                  <a:moveTo>
                    <a:pt x="269176" y="92544"/>
                  </a:moveTo>
                  <a:lnTo>
                    <a:pt x="231127" y="92722"/>
                  </a:lnTo>
                  <a:lnTo>
                    <a:pt x="193027" y="92494"/>
                  </a:lnTo>
                  <a:lnTo>
                    <a:pt x="193446" y="108051"/>
                  </a:lnTo>
                  <a:lnTo>
                    <a:pt x="193789" y="122910"/>
                  </a:lnTo>
                  <a:lnTo>
                    <a:pt x="194068" y="137947"/>
                  </a:lnTo>
                  <a:lnTo>
                    <a:pt x="194310" y="153162"/>
                  </a:lnTo>
                  <a:lnTo>
                    <a:pt x="194398" y="165569"/>
                  </a:lnTo>
                  <a:lnTo>
                    <a:pt x="243344" y="165455"/>
                  </a:lnTo>
                  <a:lnTo>
                    <a:pt x="267804" y="165569"/>
                  </a:lnTo>
                  <a:lnTo>
                    <a:pt x="267804" y="165392"/>
                  </a:lnTo>
                  <a:lnTo>
                    <a:pt x="267906" y="153162"/>
                  </a:lnTo>
                  <a:lnTo>
                    <a:pt x="268757" y="108051"/>
                  </a:lnTo>
                  <a:lnTo>
                    <a:pt x="269176" y="92722"/>
                  </a:lnTo>
                  <a:lnTo>
                    <a:pt x="269176" y="92544"/>
                  </a:lnTo>
                  <a:close/>
                </a:path>
                <a:path w="614045" h="507364">
                  <a:moveTo>
                    <a:pt x="272745" y="3784"/>
                  </a:moveTo>
                  <a:lnTo>
                    <a:pt x="262432" y="2146"/>
                  </a:lnTo>
                  <a:lnTo>
                    <a:pt x="252056" y="965"/>
                  </a:lnTo>
                  <a:lnTo>
                    <a:pt x="241642" y="241"/>
                  </a:lnTo>
                  <a:lnTo>
                    <a:pt x="231190" y="0"/>
                  </a:lnTo>
                  <a:lnTo>
                    <a:pt x="220560" y="254"/>
                  </a:lnTo>
                  <a:lnTo>
                    <a:pt x="210058" y="990"/>
                  </a:lnTo>
                  <a:lnTo>
                    <a:pt x="199682" y="2184"/>
                  </a:lnTo>
                  <a:lnTo>
                    <a:pt x="189458" y="3822"/>
                  </a:lnTo>
                  <a:lnTo>
                    <a:pt x="189903" y="12001"/>
                  </a:lnTo>
                  <a:lnTo>
                    <a:pt x="190322" y="20345"/>
                  </a:lnTo>
                  <a:lnTo>
                    <a:pt x="190715" y="28867"/>
                  </a:lnTo>
                  <a:lnTo>
                    <a:pt x="191630" y="50546"/>
                  </a:lnTo>
                  <a:lnTo>
                    <a:pt x="191897" y="57175"/>
                  </a:lnTo>
                  <a:lnTo>
                    <a:pt x="192125" y="63855"/>
                  </a:lnTo>
                  <a:lnTo>
                    <a:pt x="244081" y="63703"/>
                  </a:lnTo>
                  <a:lnTo>
                    <a:pt x="270040" y="63855"/>
                  </a:lnTo>
                  <a:lnTo>
                    <a:pt x="270052" y="63627"/>
                  </a:lnTo>
                  <a:lnTo>
                    <a:pt x="271081" y="37553"/>
                  </a:lnTo>
                  <a:lnTo>
                    <a:pt x="271475" y="28854"/>
                  </a:lnTo>
                  <a:lnTo>
                    <a:pt x="272313" y="11963"/>
                  </a:lnTo>
                  <a:lnTo>
                    <a:pt x="272745" y="3784"/>
                  </a:lnTo>
                  <a:close/>
                </a:path>
                <a:path w="614045" h="507364">
                  <a:moveTo>
                    <a:pt x="369366" y="192328"/>
                  </a:moveTo>
                  <a:lnTo>
                    <a:pt x="358279" y="192659"/>
                  </a:lnTo>
                  <a:lnTo>
                    <a:pt x="296468" y="193954"/>
                  </a:lnTo>
                  <a:lnTo>
                    <a:pt x="296443" y="237451"/>
                  </a:lnTo>
                  <a:lnTo>
                    <a:pt x="296329" y="254469"/>
                  </a:lnTo>
                  <a:lnTo>
                    <a:pt x="296214" y="267589"/>
                  </a:lnTo>
                  <a:lnTo>
                    <a:pt x="340461" y="268452"/>
                  </a:lnTo>
                  <a:lnTo>
                    <a:pt x="313118" y="214617"/>
                  </a:lnTo>
                  <a:lnTo>
                    <a:pt x="346329" y="218681"/>
                  </a:lnTo>
                  <a:lnTo>
                    <a:pt x="353974" y="219494"/>
                  </a:lnTo>
                  <a:lnTo>
                    <a:pt x="369328" y="220916"/>
                  </a:lnTo>
                  <a:lnTo>
                    <a:pt x="369290" y="214617"/>
                  </a:lnTo>
                  <a:lnTo>
                    <a:pt x="369366" y="192328"/>
                  </a:lnTo>
                  <a:close/>
                </a:path>
                <a:path w="614045" h="507364">
                  <a:moveTo>
                    <a:pt x="371030" y="90525"/>
                  </a:moveTo>
                  <a:lnTo>
                    <a:pt x="364959" y="90741"/>
                  </a:lnTo>
                  <a:lnTo>
                    <a:pt x="294843" y="92278"/>
                  </a:lnTo>
                  <a:lnTo>
                    <a:pt x="294843" y="93395"/>
                  </a:lnTo>
                  <a:lnTo>
                    <a:pt x="295884" y="137947"/>
                  </a:lnTo>
                  <a:lnTo>
                    <a:pt x="296214" y="165836"/>
                  </a:lnTo>
                  <a:lnTo>
                    <a:pt x="369582" y="167551"/>
                  </a:lnTo>
                  <a:lnTo>
                    <a:pt x="370230" y="122910"/>
                  </a:lnTo>
                  <a:lnTo>
                    <a:pt x="370941" y="93395"/>
                  </a:lnTo>
                  <a:lnTo>
                    <a:pt x="371030" y="90525"/>
                  </a:lnTo>
                  <a:close/>
                </a:path>
                <a:path w="614045" h="507364">
                  <a:moveTo>
                    <a:pt x="372465" y="48247"/>
                  </a:moveTo>
                  <a:lnTo>
                    <a:pt x="353796" y="35204"/>
                  </a:lnTo>
                  <a:lnTo>
                    <a:pt x="333971" y="24091"/>
                  </a:lnTo>
                  <a:lnTo>
                    <a:pt x="313156" y="14986"/>
                  </a:lnTo>
                  <a:lnTo>
                    <a:pt x="291490" y="7962"/>
                  </a:lnTo>
                  <a:lnTo>
                    <a:pt x="292315" y="24091"/>
                  </a:lnTo>
                  <a:lnTo>
                    <a:pt x="292925" y="37553"/>
                  </a:lnTo>
                  <a:lnTo>
                    <a:pt x="293941" y="64122"/>
                  </a:lnTo>
                  <a:lnTo>
                    <a:pt x="308851" y="64338"/>
                  </a:lnTo>
                  <a:lnTo>
                    <a:pt x="371830" y="65874"/>
                  </a:lnTo>
                  <a:lnTo>
                    <a:pt x="372465" y="48247"/>
                  </a:lnTo>
                  <a:close/>
                </a:path>
                <a:path w="614045" h="507364">
                  <a:moveTo>
                    <a:pt x="454583" y="171323"/>
                  </a:moveTo>
                  <a:lnTo>
                    <a:pt x="447446" y="149250"/>
                  </a:lnTo>
                  <a:lnTo>
                    <a:pt x="438150" y="128066"/>
                  </a:lnTo>
                  <a:lnTo>
                    <a:pt x="426783" y="107911"/>
                  </a:lnTo>
                  <a:lnTo>
                    <a:pt x="413410" y="88950"/>
                  </a:lnTo>
                  <a:lnTo>
                    <a:pt x="410171" y="89039"/>
                  </a:lnTo>
                  <a:lnTo>
                    <a:pt x="404596" y="89306"/>
                  </a:lnTo>
                  <a:lnTo>
                    <a:pt x="400596" y="89446"/>
                  </a:lnTo>
                  <a:lnTo>
                    <a:pt x="396544" y="89623"/>
                  </a:lnTo>
                  <a:lnTo>
                    <a:pt x="396633" y="92100"/>
                  </a:lnTo>
                  <a:lnTo>
                    <a:pt x="396722" y="93395"/>
                  </a:lnTo>
                  <a:lnTo>
                    <a:pt x="397078" y="108051"/>
                  </a:lnTo>
                  <a:lnTo>
                    <a:pt x="397510" y="128066"/>
                  </a:lnTo>
                  <a:lnTo>
                    <a:pt x="397700" y="137947"/>
                  </a:lnTo>
                  <a:lnTo>
                    <a:pt x="397929" y="153162"/>
                  </a:lnTo>
                  <a:lnTo>
                    <a:pt x="398068" y="168541"/>
                  </a:lnTo>
                  <a:lnTo>
                    <a:pt x="401624" y="168719"/>
                  </a:lnTo>
                  <a:lnTo>
                    <a:pt x="405091" y="168808"/>
                  </a:lnTo>
                  <a:lnTo>
                    <a:pt x="454583" y="171323"/>
                  </a:lnTo>
                  <a:close/>
                </a:path>
                <a:path w="614045" h="507364">
                  <a:moveTo>
                    <a:pt x="462241" y="225361"/>
                  </a:moveTo>
                  <a:lnTo>
                    <a:pt x="461835" y="216039"/>
                  </a:lnTo>
                  <a:lnTo>
                    <a:pt x="461060" y="206756"/>
                  </a:lnTo>
                  <a:lnTo>
                    <a:pt x="459905" y="197485"/>
                  </a:lnTo>
                  <a:lnTo>
                    <a:pt x="458368" y="188277"/>
                  </a:lnTo>
                  <a:lnTo>
                    <a:pt x="446544" y="188976"/>
                  </a:lnTo>
                  <a:lnTo>
                    <a:pt x="398246" y="191287"/>
                  </a:lnTo>
                  <a:lnTo>
                    <a:pt x="398297" y="223024"/>
                  </a:lnTo>
                  <a:lnTo>
                    <a:pt x="414299" y="223850"/>
                  </a:lnTo>
                  <a:lnTo>
                    <a:pt x="430301" y="224497"/>
                  </a:lnTo>
                  <a:lnTo>
                    <a:pt x="462241" y="225361"/>
                  </a:lnTo>
                  <a:close/>
                </a:path>
                <a:path w="614045" h="507364">
                  <a:moveTo>
                    <a:pt x="613435" y="259803"/>
                  </a:moveTo>
                  <a:lnTo>
                    <a:pt x="509981" y="257009"/>
                  </a:lnTo>
                  <a:lnTo>
                    <a:pt x="438238" y="255612"/>
                  </a:lnTo>
                  <a:lnTo>
                    <a:pt x="401980" y="253987"/>
                  </a:lnTo>
                  <a:lnTo>
                    <a:pt x="365683" y="251282"/>
                  </a:lnTo>
                  <a:lnTo>
                    <a:pt x="383540" y="289026"/>
                  </a:lnTo>
                  <a:lnTo>
                    <a:pt x="324993" y="321056"/>
                  </a:lnTo>
                  <a:lnTo>
                    <a:pt x="276555" y="343827"/>
                  </a:lnTo>
                  <a:lnTo>
                    <a:pt x="228473" y="363194"/>
                  </a:lnTo>
                  <a:lnTo>
                    <a:pt x="181724" y="378815"/>
                  </a:lnTo>
                  <a:lnTo>
                    <a:pt x="137287" y="390385"/>
                  </a:lnTo>
                  <a:lnTo>
                    <a:pt x="96139" y="397560"/>
                  </a:lnTo>
                  <a:lnTo>
                    <a:pt x="59232" y="400024"/>
                  </a:lnTo>
                  <a:lnTo>
                    <a:pt x="34544" y="398411"/>
                  </a:lnTo>
                  <a:lnTo>
                    <a:pt x="24460" y="396532"/>
                  </a:lnTo>
                  <a:lnTo>
                    <a:pt x="15760" y="394042"/>
                  </a:lnTo>
                  <a:lnTo>
                    <a:pt x="25641" y="424205"/>
                  </a:lnTo>
                  <a:lnTo>
                    <a:pt x="67525" y="478066"/>
                  </a:lnTo>
                  <a:lnTo>
                    <a:pt x="102146" y="493979"/>
                  </a:lnTo>
                  <a:lnTo>
                    <a:pt x="146024" y="503758"/>
                  </a:lnTo>
                  <a:lnTo>
                    <a:pt x="198208" y="507085"/>
                  </a:lnTo>
                  <a:lnTo>
                    <a:pt x="241007" y="504647"/>
                  </a:lnTo>
                  <a:lnTo>
                    <a:pt x="286473" y="497814"/>
                  </a:lnTo>
                  <a:lnTo>
                    <a:pt x="334365" y="487235"/>
                  </a:lnTo>
                  <a:lnTo>
                    <a:pt x="384429" y="473583"/>
                  </a:lnTo>
                  <a:lnTo>
                    <a:pt x="449681" y="453237"/>
                  </a:lnTo>
                  <a:lnTo>
                    <a:pt x="461111" y="490067"/>
                  </a:lnTo>
                  <a:lnTo>
                    <a:pt x="512787" y="440397"/>
                  </a:lnTo>
                  <a:lnTo>
                    <a:pt x="541858" y="404241"/>
                  </a:lnTo>
                  <a:lnTo>
                    <a:pt x="569912" y="361569"/>
                  </a:lnTo>
                  <a:lnTo>
                    <a:pt x="594563" y="313156"/>
                  </a:lnTo>
                  <a:lnTo>
                    <a:pt x="613435" y="2598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16361" y="4123575"/>
              <a:ext cx="541020" cy="539115"/>
            </a:xfrm>
            <a:custGeom>
              <a:avLst/>
              <a:gdLst/>
              <a:ahLst/>
              <a:cxnLst/>
              <a:rect l="l" t="t" r="r" b="b"/>
              <a:pathLst>
                <a:path w="541020" h="539114">
                  <a:moveTo>
                    <a:pt x="103187" y="400062"/>
                  </a:moveTo>
                  <a:lnTo>
                    <a:pt x="99923" y="388315"/>
                  </a:lnTo>
                  <a:lnTo>
                    <a:pt x="96964" y="376313"/>
                  </a:lnTo>
                  <a:lnTo>
                    <a:pt x="94322" y="364058"/>
                  </a:lnTo>
                  <a:lnTo>
                    <a:pt x="91998" y="351586"/>
                  </a:lnTo>
                  <a:lnTo>
                    <a:pt x="72148" y="341579"/>
                  </a:lnTo>
                  <a:lnTo>
                    <a:pt x="56464" y="326136"/>
                  </a:lnTo>
                  <a:lnTo>
                    <a:pt x="46164" y="306463"/>
                  </a:lnTo>
                  <a:lnTo>
                    <a:pt x="42456" y="283768"/>
                  </a:lnTo>
                  <a:lnTo>
                    <a:pt x="0" y="283768"/>
                  </a:lnTo>
                  <a:lnTo>
                    <a:pt x="4940" y="323075"/>
                  </a:lnTo>
                  <a:lnTo>
                    <a:pt x="15290" y="360426"/>
                  </a:lnTo>
                  <a:lnTo>
                    <a:pt x="30632" y="395401"/>
                  </a:lnTo>
                  <a:lnTo>
                    <a:pt x="50584" y="427583"/>
                  </a:lnTo>
                  <a:lnTo>
                    <a:pt x="62738" y="420001"/>
                  </a:lnTo>
                  <a:lnTo>
                    <a:pt x="75577" y="412864"/>
                  </a:lnTo>
                  <a:lnTo>
                    <a:pt x="89077" y="406222"/>
                  </a:lnTo>
                  <a:lnTo>
                    <a:pt x="103187" y="400062"/>
                  </a:lnTo>
                  <a:close/>
                </a:path>
                <a:path w="541020" h="539114">
                  <a:moveTo>
                    <a:pt x="103187" y="138976"/>
                  </a:moveTo>
                  <a:lnTo>
                    <a:pt x="89077" y="132816"/>
                  </a:lnTo>
                  <a:lnTo>
                    <a:pt x="75577" y="126174"/>
                  </a:lnTo>
                  <a:lnTo>
                    <a:pt x="62738" y="119049"/>
                  </a:lnTo>
                  <a:lnTo>
                    <a:pt x="50584" y="111467"/>
                  </a:lnTo>
                  <a:lnTo>
                    <a:pt x="30632" y="143649"/>
                  </a:lnTo>
                  <a:lnTo>
                    <a:pt x="15290" y="178625"/>
                  </a:lnTo>
                  <a:lnTo>
                    <a:pt x="4940" y="215976"/>
                  </a:lnTo>
                  <a:lnTo>
                    <a:pt x="0" y="255282"/>
                  </a:lnTo>
                  <a:lnTo>
                    <a:pt x="48374" y="255282"/>
                  </a:lnTo>
                  <a:lnTo>
                    <a:pt x="55245" y="243014"/>
                  </a:lnTo>
                  <a:lnTo>
                    <a:pt x="64325" y="232397"/>
                  </a:lnTo>
                  <a:lnTo>
                    <a:pt x="75285" y="223735"/>
                  </a:lnTo>
                  <a:lnTo>
                    <a:pt x="87858" y="217347"/>
                  </a:lnTo>
                  <a:lnTo>
                    <a:pt x="90474" y="196926"/>
                  </a:lnTo>
                  <a:lnTo>
                    <a:pt x="93916" y="177025"/>
                  </a:lnTo>
                  <a:lnTo>
                    <a:pt x="98158" y="157683"/>
                  </a:lnTo>
                  <a:lnTo>
                    <a:pt x="103187" y="138976"/>
                  </a:lnTo>
                  <a:close/>
                </a:path>
                <a:path w="541020" h="539114">
                  <a:moveTo>
                    <a:pt x="142113" y="283768"/>
                  </a:moveTo>
                  <a:lnTo>
                    <a:pt x="139865" y="272681"/>
                  </a:lnTo>
                  <a:lnTo>
                    <a:pt x="133769" y="263626"/>
                  </a:lnTo>
                  <a:lnTo>
                    <a:pt x="124701" y="257517"/>
                  </a:lnTo>
                  <a:lnTo>
                    <a:pt x="113614" y="255282"/>
                  </a:lnTo>
                  <a:lnTo>
                    <a:pt x="102527" y="257517"/>
                  </a:lnTo>
                  <a:lnTo>
                    <a:pt x="93459" y="263626"/>
                  </a:lnTo>
                  <a:lnTo>
                    <a:pt x="87363" y="272681"/>
                  </a:lnTo>
                  <a:lnTo>
                    <a:pt x="85115" y="283768"/>
                  </a:lnTo>
                  <a:lnTo>
                    <a:pt x="87363" y="294855"/>
                  </a:lnTo>
                  <a:lnTo>
                    <a:pt x="93459" y="303911"/>
                  </a:lnTo>
                  <a:lnTo>
                    <a:pt x="102527" y="310019"/>
                  </a:lnTo>
                  <a:lnTo>
                    <a:pt x="113614" y="312254"/>
                  </a:lnTo>
                  <a:lnTo>
                    <a:pt x="124701" y="310019"/>
                  </a:lnTo>
                  <a:lnTo>
                    <a:pt x="133769" y="303911"/>
                  </a:lnTo>
                  <a:lnTo>
                    <a:pt x="139865" y="294855"/>
                  </a:lnTo>
                  <a:lnTo>
                    <a:pt x="142113" y="283768"/>
                  </a:lnTo>
                  <a:close/>
                </a:path>
                <a:path w="541020" h="539114">
                  <a:moveTo>
                    <a:pt x="167754" y="520039"/>
                  </a:moveTo>
                  <a:lnTo>
                    <a:pt x="151498" y="500621"/>
                  </a:lnTo>
                  <a:lnTo>
                    <a:pt x="136766" y="478523"/>
                  </a:lnTo>
                  <a:lnTo>
                    <a:pt x="123647" y="453961"/>
                  </a:lnTo>
                  <a:lnTo>
                    <a:pt x="112268" y="427189"/>
                  </a:lnTo>
                  <a:lnTo>
                    <a:pt x="100545" y="432358"/>
                  </a:lnTo>
                  <a:lnTo>
                    <a:pt x="89331" y="437883"/>
                  </a:lnTo>
                  <a:lnTo>
                    <a:pt x="78676" y="443750"/>
                  </a:lnTo>
                  <a:lnTo>
                    <a:pt x="68567" y="449935"/>
                  </a:lnTo>
                  <a:lnTo>
                    <a:pt x="90131" y="471462"/>
                  </a:lnTo>
                  <a:lnTo>
                    <a:pt x="113995" y="490474"/>
                  </a:lnTo>
                  <a:lnTo>
                    <a:pt x="139941" y="506742"/>
                  </a:lnTo>
                  <a:lnTo>
                    <a:pt x="167754" y="520039"/>
                  </a:lnTo>
                  <a:close/>
                </a:path>
                <a:path w="541020" h="539114">
                  <a:moveTo>
                    <a:pt x="167754" y="18999"/>
                  </a:moveTo>
                  <a:lnTo>
                    <a:pt x="139941" y="32308"/>
                  </a:lnTo>
                  <a:lnTo>
                    <a:pt x="113995" y="48564"/>
                  </a:lnTo>
                  <a:lnTo>
                    <a:pt x="90131" y="67576"/>
                  </a:lnTo>
                  <a:lnTo>
                    <a:pt x="68567" y="89103"/>
                  </a:lnTo>
                  <a:lnTo>
                    <a:pt x="78663" y="95300"/>
                  </a:lnTo>
                  <a:lnTo>
                    <a:pt x="89331" y="101155"/>
                  </a:lnTo>
                  <a:lnTo>
                    <a:pt x="100545" y="106680"/>
                  </a:lnTo>
                  <a:lnTo>
                    <a:pt x="112268" y="111848"/>
                  </a:lnTo>
                  <a:lnTo>
                    <a:pt x="123647" y="85077"/>
                  </a:lnTo>
                  <a:lnTo>
                    <a:pt x="136766" y="60528"/>
                  </a:lnTo>
                  <a:lnTo>
                    <a:pt x="151523" y="38404"/>
                  </a:lnTo>
                  <a:lnTo>
                    <a:pt x="167754" y="18999"/>
                  </a:lnTo>
                  <a:close/>
                </a:path>
                <a:path w="541020" h="539114">
                  <a:moveTo>
                    <a:pt x="256082" y="397929"/>
                  </a:moveTo>
                  <a:lnTo>
                    <a:pt x="224866" y="399910"/>
                  </a:lnTo>
                  <a:lnTo>
                    <a:pt x="194805" y="403898"/>
                  </a:lnTo>
                  <a:lnTo>
                    <a:pt x="166128" y="409740"/>
                  </a:lnTo>
                  <a:lnTo>
                    <a:pt x="139039" y="417347"/>
                  </a:lnTo>
                  <a:lnTo>
                    <a:pt x="161201" y="463753"/>
                  </a:lnTo>
                  <a:lnTo>
                    <a:pt x="188760" y="500634"/>
                  </a:lnTo>
                  <a:lnTo>
                    <a:pt x="220713" y="526300"/>
                  </a:lnTo>
                  <a:lnTo>
                    <a:pt x="256082" y="539038"/>
                  </a:lnTo>
                  <a:lnTo>
                    <a:pt x="256082" y="397929"/>
                  </a:lnTo>
                  <a:close/>
                </a:path>
                <a:path w="541020" h="539114">
                  <a:moveTo>
                    <a:pt x="256082" y="283768"/>
                  </a:moveTo>
                  <a:lnTo>
                    <a:pt x="184924" y="283768"/>
                  </a:lnTo>
                  <a:lnTo>
                    <a:pt x="180022" y="309753"/>
                  </a:lnTo>
                  <a:lnTo>
                    <a:pt x="166573" y="331444"/>
                  </a:lnTo>
                  <a:lnTo>
                    <a:pt x="146456" y="346989"/>
                  </a:lnTo>
                  <a:lnTo>
                    <a:pt x="121500" y="354520"/>
                  </a:lnTo>
                  <a:lnTo>
                    <a:pt x="123444" y="364058"/>
                  </a:lnTo>
                  <a:lnTo>
                    <a:pt x="125361" y="372503"/>
                  </a:lnTo>
                  <a:lnTo>
                    <a:pt x="127596" y="381419"/>
                  </a:lnTo>
                  <a:lnTo>
                    <a:pt x="130048" y="390283"/>
                  </a:lnTo>
                  <a:lnTo>
                    <a:pt x="159435" y="382028"/>
                  </a:lnTo>
                  <a:lnTo>
                    <a:pt x="190385" y="375742"/>
                  </a:lnTo>
                  <a:lnTo>
                    <a:pt x="222681" y="371500"/>
                  </a:lnTo>
                  <a:lnTo>
                    <a:pt x="256082" y="369430"/>
                  </a:lnTo>
                  <a:lnTo>
                    <a:pt x="256082" y="283768"/>
                  </a:lnTo>
                  <a:close/>
                </a:path>
                <a:path w="541020" h="539114">
                  <a:moveTo>
                    <a:pt x="256082" y="169621"/>
                  </a:moveTo>
                  <a:lnTo>
                    <a:pt x="222681" y="167538"/>
                  </a:lnTo>
                  <a:lnTo>
                    <a:pt x="190385" y="163309"/>
                  </a:lnTo>
                  <a:lnTo>
                    <a:pt x="159435" y="157010"/>
                  </a:lnTo>
                  <a:lnTo>
                    <a:pt x="130048" y="148755"/>
                  </a:lnTo>
                  <a:lnTo>
                    <a:pt x="125971" y="164020"/>
                  </a:lnTo>
                  <a:lnTo>
                    <a:pt x="122440" y="179768"/>
                  </a:lnTo>
                  <a:lnTo>
                    <a:pt x="119468" y="195961"/>
                  </a:lnTo>
                  <a:lnTo>
                    <a:pt x="117094" y="212585"/>
                  </a:lnTo>
                  <a:lnTo>
                    <a:pt x="136994" y="216408"/>
                  </a:lnTo>
                  <a:lnTo>
                    <a:pt x="154508" y="225348"/>
                  </a:lnTo>
                  <a:lnTo>
                    <a:pt x="168795" y="238582"/>
                  </a:lnTo>
                  <a:lnTo>
                    <a:pt x="179019" y="255282"/>
                  </a:lnTo>
                  <a:lnTo>
                    <a:pt x="256082" y="255282"/>
                  </a:lnTo>
                  <a:lnTo>
                    <a:pt x="256082" y="169621"/>
                  </a:lnTo>
                  <a:close/>
                </a:path>
                <a:path w="541020" h="539114">
                  <a:moveTo>
                    <a:pt x="256082" y="0"/>
                  </a:moveTo>
                  <a:lnTo>
                    <a:pt x="220713" y="12738"/>
                  </a:lnTo>
                  <a:lnTo>
                    <a:pt x="188747" y="38417"/>
                  </a:lnTo>
                  <a:lnTo>
                    <a:pt x="161201" y="75285"/>
                  </a:lnTo>
                  <a:lnTo>
                    <a:pt x="139039" y="121704"/>
                  </a:lnTo>
                  <a:lnTo>
                    <a:pt x="166128" y="129298"/>
                  </a:lnTo>
                  <a:lnTo>
                    <a:pt x="194805" y="135153"/>
                  </a:lnTo>
                  <a:lnTo>
                    <a:pt x="224866" y="139128"/>
                  </a:lnTo>
                  <a:lnTo>
                    <a:pt x="256082" y="141122"/>
                  </a:lnTo>
                  <a:lnTo>
                    <a:pt x="256082" y="0"/>
                  </a:lnTo>
                  <a:close/>
                </a:path>
                <a:path w="541020" h="539114">
                  <a:moveTo>
                    <a:pt x="378167" y="465899"/>
                  </a:moveTo>
                  <a:lnTo>
                    <a:pt x="358521" y="456526"/>
                  </a:lnTo>
                  <a:lnTo>
                    <a:pt x="342785" y="441871"/>
                  </a:lnTo>
                  <a:lnTo>
                    <a:pt x="332054" y="423062"/>
                  </a:lnTo>
                  <a:lnTo>
                    <a:pt x="327494" y="401205"/>
                  </a:lnTo>
                  <a:lnTo>
                    <a:pt x="316788" y="400011"/>
                  </a:lnTo>
                  <a:lnTo>
                    <a:pt x="306070" y="399059"/>
                  </a:lnTo>
                  <a:lnTo>
                    <a:pt x="295338" y="398373"/>
                  </a:lnTo>
                  <a:lnTo>
                    <a:pt x="284581" y="397929"/>
                  </a:lnTo>
                  <a:lnTo>
                    <a:pt x="284581" y="539038"/>
                  </a:lnTo>
                  <a:lnTo>
                    <a:pt x="310946" y="530974"/>
                  </a:lnTo>
                  <a:lnTo>
                    <a:pt x="335584" y="515632"/>
                  </a:lnTo>
                  <a:lnTo>
                    <a:pt x="358127" y="493725"/>
                  </a:lnTo>
                  <a:lnTo>
                    <a:pt x="378167" y="465899"/>
                  </a:lnTo>
                  <a:close/>
                </a:path>
                <a:path w="541020" h="539114">
                  <a:moveTo>
                    <a:pt x="384543" y="84213"/>
                  </a:moveTo>
                  <a:lnTo>
                    <a:pt x="363677" y="52120"/>
                  </a:lnTo>
                  <a:lnTo>
                    <a:pt x="339725" y="26797"/>
                  </a:lnTo>
                  <a:lnTo>
                    <a:pt x="313194" y="9144"/>
                  </a:lnTo>
                  <a:lnTo>
                    <a:pt x="284581" y="0"/>
                  </a:lnTo>
                  <a:lnTo>
                    <a:pt x="284581" y="141122"/>
                  </a:lnTo>
                  <a:lnTo>
                    <a:pt x="339051" y="136232"/>
                  </a:lnTo>
                  <a:lnTo>
                    <a:pt x="359537" y="118745"/>
                  </a:lnTo>
                  <a:lnTo>
                    <a:pt x="365518" y="105511"/>
                  </a:lnTo>
                  <a:lnTo>
                    <a:pt x="373964" y="93891"/>
                  </a:lnTo>
                  <a:lnTo>
                    <a:pt x="384543" y="84213"/>
                  </a:lnTo>
                  <a:close/>
                </a:path>
                <a:path w="541020" h="539114">
                  <a:moveTo>
                    <a:pt x="472097" y="449935"/>
                  </a:moveTo>
                  <a:lnTo>
                    <a:pt x="466775" y="446506"/>
                  </a:lnTo>
                  <a:lnTo>
                    <a:pt x="461327" y="443268"/>
                  </a:lnTo>
                  <a:lnTo>
                    <a:pt x="455752" y="440245"/>
                  </a:lnTo>
                  <a:lnTo>
                    <a:pt x="446633" y="450303"/>
                  </a:lnTo>
                  <a:lnTo>
                    <a:pt x="435762" y="458470"/>
                  </a:lnTo>
                  <a:lnTo>
                    <a:pt x="423405" y="464464"/>
                  </a:lnTo>
                  <a:lnTo>
                    <a:pt x="409867" y="468007"/>
                  </a:lnTo>
                  <a:lnTo>
                    <a:pt x="401497" y="482460"/>
                  </a:lnTo>
                  <a:lnTo>
                    <a:pt x="392531" y="495985"/>
                  </a:lnTo>
                  <a:lnTo>
                    <a:pt x="382993" y="508533"/>
                  </a:lnTo>
                  <a:lnTo>
                    <a:pt x="372910" y="520039"/>
                  </a:lnTo>
                  <a:lnTo>
                    <a:pt x="400723" y="506742"/>
                  </a:lnTo>
                  <a:lnTo>
                    <a:pt x="426669" y="490474"/>
                  </a:lnTo>
                  <a:lnTo>
                    <a:pt x="450532" y="471462"/>
                  </a:lnTo>
                  <a:lnTo>
                    <a:pt x="472097" y="449935"/>
                  </a:lnTo>
                  <a:close/>
                </a:path>
                <a:path w="541020" h="539114">
                  <a:moveTo>
                    <a:pt x="540651" y="283768"/>
                  </a:moveTo>
                  <a:lnTo>
                    <a:pt x="455345" y="283768"/>
                  </a:lnTo>
                  <a:lnTo>
                    <a:pt x="454609" y="300113"/>
                  </a:lnTo>
                  <a:lnTo>
                    <a:pt x="453351" y="316230"/>
                  </a:lnTo>
                  <a:lnTo>
                    <a:pt x="451586" y="332079"/>
                  </a:lnTo>
                  <a:lnTo>
                    <a:pt x="449326" y="347637"/>
                  </a:lnTo>
                  <a:lnTo>
                    <a:pt x="457898" y="358140"/>
                  </a:lnTo>
                  <a:lnTo>
                    <a:pt x="464362" y="370166"/>
                  </a:lnTo>
                  <a:lnTo>
                    <a:pt x="468452" y="383438"/>
                  </a:lnTo>
                  <a:lnTo>
                    <a:pt x="469874" y="397675"/>
                  </a:lnTo>
                  <a:lnTo>
                    <a:pt x="469874" y="403415"/>
                  </a:lnTo>
                  <a:lnTo>
                    <a:pt x="469188" y="409016"/>
                  </a:lnTo>
                  <a:lnTo>
                    <a:pt x="467906" y="414362"/>
                  </a:lnTo>
                  <a:lnTo>
                    <a:pt x="473570" y="417474"/>
                  </a:lnTo>
                  <a:lnTo>
                    <a:pt x="479145" y="420712"/>
                  </a:lnTo>
                  <a:lnTo>
                    <a:pt x="484657" y="424091"/>
                  </a:lnTo>
                  <a:lnTo>
                    <a:pt x="490093" y="427583"/>
                  </a:lnTo>
                  <a:lnTo>
                    <a:pt x="510019" y="395401"/>
                  </a:lnTo>
                  <a:lnTo>
                    <a:pt x="525373" y="360426"/>
                  </a:lnTo>
                  <a:lnTo>
                    <a:pt x="535724" y="323075"/>
                  </a:lnTo>
                  <a:lnTo>
                    <a:pt x="540651" y="283768"/>
                  </a:lnTo>
                  <a:close/>
                </a:path>
                <a:path w="541020" h="539114">
                  <a:moveTo>
                    <a:pt x="540651" y="255282"/>
                  </a:moveTo>
                  <a:lnTo>
                    <a:pt x="536092" y="217830"/>
                  </a:lnTo>
                  <a:lnTo>
                    <a:pt x="526605" y="182130"/>
                  </a:lnTo>
                  <a:lnTo>
                    <a:pt x="512533" y="148551"/>
                  </a:lnTo>
                  <a:lnTo>
                    <a:pt x="494271" y="117449"/>
                  </a:lnTo>
                  <a:lnTo>
                    <a:pt x="496989" y="125107"/>
                  </a:lnTo>
                  <a:lnTo>
                    <a:pt x="498373" y="133172"/>
                  </a:lnTo>
                  <a:lnTo>
                    <a:pt x="485254" y="182473"/>
                  </a:lnTo>
                  <a:lnTo>
                    <a:pt x="451739" y="208140"/>
                  </a:lnTo>
                  <a:lnTo>
                    <a:pt x="453072" y="219887"/>
                  </a:lnTo>
                  <a:lnTo>
                    <a:pt x="454113" y="231673"/>
                  </a:lnTo>
                  <a:lnTo>
                    <a:pt x="454875" y="243459"/>
                  </a:lnTo>
                  <a:lnTo>
                    <a:pt x="455345" y="255282"/>
                  </a:lnTo>
                  <a:lnTo>
                    <a:pt x="540651" y="255282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0947" y="4142574"/>
              <a:ext cx="179175" cy="2362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0947" y="4407336"/>
              <a:ext cx="142471" cy="14243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5325" y="5340200"/>
              <a:ext cx="586289" cy="50799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660922" y="4177782"/>
              <a:ext cx="643890" cy="405130"/>
            </a:xfrm>
            <a:custGeom>
              <a:avLst/>
              <a:gdLst/>
              <a:ahLst/>
              <a:cxnLst/>
              <a:rect l="l" t="t" r="r" b="b"/>
              <a:pathLst>
                <a:path w="643890" h="405129">
                  <a:moveTo>
                    <a:pt x="643517" y="374863"/>
                  </a:moveTo>
                  <a:lnTo>
                    <a:pt x="0" y="374863"/>
                  </a:lnTo>
                  <a:lnTo>
                    <a:pt x="0" y="404597"/>
                  </a:lnTo>
                  <a:lnTo>
                    <a:pt x="643517" y="404597"/>
                  </a:lnTo>
                  <a:lnTo>
                    <a:pt x="643517" y="374863"/>
                  </a:lnTo>
                  <a:close/>
                </a:path>
                <a:path w="643890" h="405129">
                  <a:moveTo>
                    <a:pt x="627471" y="51049"/>
                  </a:moveTo>
                  <a:lnTo>
                    <a:pt x="587517" y="51049"/>
                  </a:lnTo>
                  <a:lnTo>
                    <a:pt x="557262" y="72305"/>
                  </a:lnTo>
                  <a:lnTo>
                    <a:pt x="555083" y="73979"/>
                  </a:lnTo>
                  <a:lnTo>
                    <a:pt x="551941" y="76465"/>
                  </a:lnTo>
                  <a:lnTo>
                    <a:pt x="553563" y="81589"/>
                  </a:lnTo>
                  <a:lnTo>
                    <a:pt x="554880" y="86966"/>
                  </a:lnTo>
                  <a:lnTo>
                    <a:pt x="555691" y="92547"/>
                  </a:lnTo>
                  <a:lnTo>
                    <a:pt x="557613" y="110246"/>
                  </a:lnTo>
                  <a:lnTo>
                    <a:pt x="558599" y="130016"/>
                  </a:lnTo>
                  <a:lnTo>
                    <a:pt x="558549" y="150260"/>
                  </a:lnTo>
                  <a:lnTo>
                    <a:pt x="557364" y="169383"/>
                  </a:lnTo>
                  <a:lnTo>
                    <a:pt x="576032" y="161064"/>
                  </a:lnTo>
                  <a:lnTo>
                    <a:pt x="598692" y="144340"/>
                  </a:lnTo>
                  <a:lnTo>
                    <a:pt x="617741" y="117136"/>
                  </a:lnTo>
                  <a:lnTo>
                    <a:pt x="625577" y="77378"/>
                  </a:lnTo>
                  <a:lnTo>
                    <a:pt x="627471" y="51049"/>
                  </a:lnTo>
                  <a:close/>
                </a:path>
                <a:path w="643890" h="405129">
                  <a:moveTo>
                    <a:pt x="589832" y="0"/>
                  </a:moveTo>
                  <a:lnTo>
                    <a:pt x="536750" y="8752"/>
                  </a:lnTo>
                  <a:lnTo>
                    <a:pt x="512867" y="19799"/>
                  </a:lnTo>
                  <a:lnTo>
                    <a:pt x="516618" y="22589"/>
                  </a:lnTo>
                  <a:lnTo>
                    <a:pt x="519912" y="25481"/>
                  </a:lnTo>
                  <a:lnTo>
                    <a:pt x="544318" y="58259"/>
                  </a:lnTo>
                  <a:lnTo>
                    <a:pt x="550116" y="71189"/>
                  </a:lnTo>
                  <a:lnTo>
                    <a:pt x="561498" y="63926"/>
                  </a:lnTo>
                  <a:lnTo>
                    <a:pt x="571762" y="58208"/>
                  </a:lnTo>
                  <a:lnTo>
                    <a:pt x="580554" y="53946"/>
                  </a:lnTo>
                  <a:lnTo>
                    <a:pt x="587517" y="51049"/>
                  </a:lnTo>
                  <a:lnTo>
                    <a:pt x="627471" y="51049"/>
                  </a:lnTo>
                  <a:lnTo>
                    <a:pt x="628230" y="40492"/>
                  </a:lnTo>
                  <a:lnTo>
                    <a:pt x="634414" y="17313"/>
                  </a:lnTo>
                  <a:lnTo>
                    <a:pt x="640664" y="5282"/>
                  </a:lnTo>
                  <a:lnTo>
                    <a:pt x="643517" y="1840"/>
                  </a:lnTo>
                  <a:lnTo>
                    <a:pt x="608821" y="305"/>
                  </a:lnTo>
                  <a:lnTo>
                    <a:pt x="589832" y="0"/>
                  </a:lnTo>
                  <a:close/>
                </a:path>
              </a:pathLst>
            </a:custGeom>
            <a:solidFill>
              <a:srgbClr val="1224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87364" y="4175869"/>
              <a:ext cx="218664" cy="19975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19487" y="4227259"/>
              <a:ext cx="436880" cy="317500"/>
            </a:xfrm>
            <a:custGeom>
              <a:avLst/>
              <a:gdLst/>
              <a:ahLst/>
              <a:cxnLst/>
              <a:rect l="l" t="t" r="r" b="b"/>
              <a:pathLst>
                <a:path w="436879" h="317500">
                  <a:moveTo>
                    <a:pt x="436617" y="236598"/>
                  </a:moveTo>
                  <a:lnTo>
                    <a:pt x="409402" y="236598"/>
                  </a:lnTo>
                  <a:lnTo>
                    <a:pt x="409402" y="317285"/>
                  </a:lnTo>
                  <a:lnTo>
                    <a:pt x="436617" y="317285"/>
                  </a:lnTo>
                  <a:lnTo>
                    <a:pt x="436617" y="236598"/>
                  </a:lnTo>
                  <a:close/>
                </a:path>
                <a:path w="436879" h="317500">
                  <a:moveTo>
                    <a:pt x="312819" y="80732"/>
                  </a:moveTo>
                  <a:lnTo>
                    <a:pt x="1104" y="80732"/>
                  </a:lnTo>
                  <a:lnTo>
                    <a:pt x="1104" y="317275"/>
                  </a:lnTo>
                  <a:lnTo>
                    <a:pt x="303793" y="317275"/>
                  </a:lnTo>
                  <a:lnTo>
                    <a:pt x="303793" y="281291"/>
                  </a:lnTo>
                  <a:lnTo>
                    <a:pt x="29429" y="281291"/>
                  </a:lnTo>
                  <a:lnTo>
                    <a:pt x="29429" y="244228"/>
                  </a:lnTo>
                  <a:lnTo>
                    <a:pt x="303793" y="244228"/>
                  </a:lnTo>
                  <a:lnTo>
                    <a:pt x="303793" y="236598"/>
                  </a:lnTo>
                  <a:lnTo>
                    <a:pt x="436617" y="236598"/>
                  </a:lnTo>
                  <a:lnTo>
                    <a:pt x="436617" y="213713"/>
                  </a:lnTo>
                  <a:lnTo>
                    <a:pt x="29429" y="213713"/>
                  </a:lnTo>
                  <a:lnTo>
                    <a:pt x="29429" y="176649"/>
                  </a:lnTo>
                  <a:lnTo>
                    <a:pt x="436617" y="176649"/>
                  </a:lnTo>
                  <a:lnTo>
                    <a:pt x="436617" y="163058"/>
                  </a:lnTo>
                  <a:lnTo>
                    <a:pt x="419995" y="160334"/>
                  </a:lnTo>
                  <a:lnTo>
                    <a:pt x="404100" y="156874"/>
                  </a:lnTo>
                  <a:lnTo>
                    <a:pt x="390514" y="153259"/>
                  </a:lnTo>
                  <a:lnTo>
                    <a:pt x="380819" y="150066"/>
                  </a:lnTo>
                  <a:lnTo>
                    <a:pt x="372097" y="146135"/>
                  </a:lnTo>
                  <a:lnTo>
                    <a:pt x="29429" y="146135"/>
                  </a:lnTo>
                  <a:lnTo>
                    <a:pt x="29429" y="109066"/>
                  </a:lnTo>
                  <a:lnTo>
                    <a:pt x="328088" y="109066"/>
                  </a:lnTo>
                  <a:lnTo>
                    <a:pt x="323517" y="102407"/>
                  </a:lnTo>
                  <a:lnTo>
                    <a:pt x="319439" y="95447"/>
                  </a:lnTo>
                  <a:lnTo>
                    <a:pt x="315867" y="88213"/>
                  </a:lnTo>
                  <a:lnTo>
                    <a:pt x="312819" y="80732"/>
                  </a:lnTo>
                  <a:close/>
                </a:path>
                <a:path w="436879" h="317500">
                  <a:moveTo>
                    <a:pt x="98022" y="244228"/>
                  </a:moveTo>
                  <a:lnTo>
                    <a:pt x="66434" y="244228"/>
                  </a:lnTo>
                  <a:lnTo>
                    <a:pt x="66434" y="281291"/>
                  </a:lnTo>
                  <a:lnTo>
                    <a:pt x="98022" y="281291"/>
                  </a:lnTo>
                  <a:lnTo>
                    <a:pt x="98022" y="244228"/>
                  </a:lnTo>
                  <a:close/>
                </a:path>
                <a:path w="436879" h="317500">
                  <a:moveTo>
                    <a:pt x="166636" y="244228"/>
                  </a:moveTo>
                  <a:lnTo>
                    <a:pt x="135043" y="244228"/>
                  </a:lnTo>
                  <a:lnTo>
                    <a:pt x="135043" y="281291"/>
                  </a:lnTo>
                  <a:lnTo>
                    <a:pt x="166636" y="281291"/>
                  </a:lnTo>
                  <a:lnTo>
                    <a:pt x="166636" y="244228"/>
                  </a:lnTo>
                  <a:close/>
                </a:path>
                <a:path w="436879" h="317500">
                  <a:moveTo>
                    <a:pt x="235225" y="244228"/>
                  </a:moveTo>
                  <a:lnTo>
                    <a:pt x="203662" y="244228"/>
                  </a:lnTo>
                  <a:lnTo>
                    <a:pt x="203662" y="281291"/>
                  </a:lnTo>
                  <a:lnTo>
                    <a:pt x="235225" y="281291"/>
                  </a:lnTo>
                  <a:lnTo>
                    <a:pt x="235225" y="244228"/>
                  </a:lnTo>
                  <a:close/>
                </a:path>
                <a:path w="436879" h="317500">
                  <a:moveTo>
                    <a:pt x="303793" y="244228"/>
                  </a:moveTo>
                  <a:lnTo>
                    <a:pt x="272246" y="244228"/>
                  </a:lnTo>
                  <a:lnTo>
                    <a:pt x="272246" y="281291"/>
                  </a:lnTo>
                  <a:lnTo>
                    <a:pt x="303793" y="281291"/>
                  </a:lnTo>
                  <a:lnTo>
                    <a:pt x="303793" y="244228"/>
                  </a:lnTo>
                  <a:close/>
                </a:path>
                <a:path w="436879" h="317500">
                  <a:moveTo>
                    <a:pt x="98022" y="176649"/>
                  </a:moveTo>
                  <a:lnTo>
                    <a:pt x="66434" y="176649"/>
                  </a:lnTo>
                  <a:lnTo>
                    <a:pt x="66434" y="213713"/>
                  </a:lnTo>
                  <a:lnTo>
                    <a:pt x="98022" y="213713"/>
                  </a:lnTo>
                  <a:lnTo>
                    <a:pt x="98022" y="176649"/>
                  </a:lnTo>
                  <a:close/>
                </a:path>
                <a:path w="436879" h="317500">
                  <a:moveTo>
                    <a:pt x="166636" y="176649"/>
                  </a:moveTo>
                  <a:lnTo>
                    <a:pt x="135043" y="176649"/>
                  </a:lnTo>
                  <a:lnTo>
                    <a:pt x="135043" y="213713"/>
                  </a:lnTo>
                  <a:lnTo>
                    <a:pt x="166636" y="213713"/>
                  </a:lnTo>
                  <a:lnTo>
                    <a:pt x="166636" y="176649"/>
                  </a:lnTo>
                  <a:close/>
                </a:path>
                <a:path w="436879" h="317500">
                  <a:moveTo>
                    <a:pt x="235225" y="176649"/>
                  </a:moveTo>
                  <a:lnTo>
                    <a:pt x="203662" y="176649"/>
                  </a:lnTo>
                  <a:lnTo>
                    <a:pt x="203662" y="213713"/>
                  </a:lnTo>
                  <a:lnTo>
                    <a:pt x="235225" y="213713"/>
                  </a:lnTo>
                  <a:lnTo>
                    <a:pt x="235225" y="176649"/>
                  </a:lnTo>
                  <a:close/>
                </a:path>
                <a:path w="436879" h="317500">
                  <a:moveTo>
                    <a:pt x="303793" y="176649"/>
                  </a:moveTo>
                  <a:lnTo>
                    <a:pt x="272245" y="176649"/>
                  </a:lnTo>
                  <a:lnTo>
                    <a:pt x="272246" y="213713"/>
                  </a:lnTo>
                  <a:lnTo>
                    <a:pt x="303793" y="213713"/>
                  </a:lnTo>
                  <a:lnTo>
                    <a:pt x="303793" y="176649"/>
                  </a:lnTo>
                  <a:close/>
                </a:path>
                <a:path w="436879" h="317500">
                  <a:moveTo>
                    <a:pt x="372407" y="176649"/>
                  </a:moveTo>
                  <a:lnTo>
                    <a:pt x="340834" y="176649"/>
                  </a:lnTo>
                  <a:lnTo>
                    <a:pt x="340834" y="213713"/>
                  </a:lnTo>
                  <a:lnTo>
                    <a:pt x="372407" y="213713"/>
                  </a:lnTo>
                  <a:lnTo>
                    <a:pt x="372407" y="176649"/>
                  </a:lnTo>
                  <a:close/>
                </a:path>
                <a:path w="436879" h="317500">
                  <a:moveTo>
                    <a:pt x="436617" y="176649"/>
                  </a:moveTo>
                  <a:lnTo>
                    <a:pt x="409402" y="176649"/>
                  </a:lnTo>
                  <a:lnTo>
                    <a:pt x="409402" y="213713"/>
                  </a:lnTo>
                  <a:lnTo>
                    <a:pt x="436617" y="213713"/>
                  </a:lnTo>
                  <a:lnTo>
                    <a:pt x="436617" y="176649"/>
                  </a:lnTo>
                  <a:close/>
                </a:path>
                <a:path w="436879" h="317500">
                  <a:moveTo>
                    <a:pt x="98022" y="109066"/>
                  </a:moveTo>
                  <a:lnTo>
                    <a:pt x="66434" y="109066"/>
                  </a:lnTo>
                  <a:lnTo>
                    <a:pt x="66434" y="146135"/>
                  </a:lnTo>
                  <a:lnTo>
                    <a:pt x="98022" y="146135"/>
                  </a:lnTo>
                  <a:lnTo>
                    <a:pt x="98022" y="109066"/>
                  </a:lnTo>
                  <a:close/>
                </a:path>
                <a:path w="436879" h="317500">
                  <a:moveTo>
                    <a:pt x="166636" y="109066"/>
                  </a:moveTo>
                  <a:lnTo>
                    <a:pt x="135043" y="109066"/>
                  </a:lnTo>
                  <a:lnTo>
                    <a:pt x="135043" y="146135"/>
                  </a:lnTo>
                  <a:lnTo>
                    <a:pt x="166636" y="146135"/>
                  </a:lnTo>
                  <a:lnTo>
                    <a:pt x="166636" y="109066"/>
                  </a:lnTo>
                  <a:close/>
                </a:path>
                <a:path w="436879" h="317500">
                  <a:moveTo>
                    <a:pt x="235225" y="109066"/>
                  </a:moveTo>
                  <a:lnTo>
                    <a:pt x="203662" y="109066"/>
                  </a:lnTo>
                  <a:lnTo>
                    <a:pt x="203662" y="146135"/>
                  </a:lnTo>
                  <a:lnTo>
                    <a:pt x="235225" y="146135"/>
                  </a:lnTo>
                  <a:lnTo>
                    <a:pt x="235225" y="109066"/>
                  </a:lnTo>
                  <a:close/>
                </a:path>
                <a:path w="436879" h="317500">
                  <a:moveTo>
                    <a:pt x="303803" y="109066"/>
                  </a:moveTo>
                  <a:lnTo>
                    <a:pt x="272245" y="109066"/>
                  </a:lnTo>
                  <a:lnTo>
                    <a:pt x="272245" y="146135"/>
                  </a:lnTo>
                  <a:lnTo>
                    <a:pt x="303803" y="146135"/>
                  </a:lnTo>
                  <a:lnTo>
                    <a:pt x="303803" y="109066"/>
                  </a:lnTo>
                  <a:close/>
                </a:path>
                <a:path w="436879" h="317500">
                  <a:moveTo>
                    <a:pt x="340834" y="123712"/>
                  </a:moveTo>
                  <a:lnTo>
                    <a:pt x="340834" y="146135"/>
                  </a:lnTo>
                  <a:lnTo>
                    <a:pt x="372097" y="146135"/>
                  </a:lnTo>
                  <a:lnTo>
                    <a:pt x="371443" y="145840"/>
                  </a:lnTo>
                  <a:lnTo>
                    <a:pt x="361378" y="140047"/>
                  </a:lnTo>
                  <a:lnTo>
                    <a:pt x="351037" y="132675"/>
                  </a:lnTo>
                  <a:lnTo>
                    <a:pt x="340834" y="123712"/>
                  </a:lnTo>
                  <a:close/>
                </a:path>
                <a:path w="436879" h="317500">
                  <a:moveTo>
                    <a:pt x="77117" y="0"/>
                  </a:moveTo>
                  <a:lnTo>
                    <a:pt x="0" y="69805"/>
                  </a:lnTo>
                  <a:lnTo>
                    <a:pt x="77117" y="69805"/>
                  </a:lnTo>
                  <a:lnTo>
                    <a:pt x="77117" y="0"/>
                  </a:lnTo>
                  <a:close/>
                </a:path>
                <a:path w="436879" h="317500">
                  <a:moveTo>
                    <a:pt x="166362" y="0"/>
                  </a:moveTo>
                  <a:lnTo>
                    <a:pt x="89265" y="69805"/>
                  </a:lnTo>
                  <a:lnTo>
                    <a:pt x="166362" y="69805"/>
                  </a:lnTo>
                  <a:lnTo>
                    <a:pt x="166362" y="0"/>
                  </a:lnTo>
                  <a:close/>
                </a:path>
                <a:path w="436879" h="317500">
                  <a:moveTo>
                    <a:pt x="255648" y="0"/>
                  </a:moveTo>
                  <a:lnTo>
                    <a:pt x="178505" y="69805"/>
                  </a:lnTo>
                  <a:lnTo>
                    <a:pt x="255648" y="69805"/>
                  </a:lnTo>
                  <a:lnTo>
                    <a:pt x="255648" y="0"/>
                  </a:lnTo>
                  <a:close/>
                </a:path>
              </a:pathLst>
            </a:custGeom>
            <a:solidFill>
              <a:srgbClr val="1224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7" y="1484313"/>
            <a:ext cx="5719763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Host </a:t>
            </a:r>
            <a:r>
              <a:rPr lang="fr-FR" b="1" u="sng" dirty="0" err="1"/>
              <a:t>Organization</a:t>
            </a:r>
            <a:endParaRPr lang="fr-FR" b="1" u="sng" dirty="0"/>
          </a:p>
          <a:p>
            <a:pPr marL="0" indent="0">
              <a:buNone/>
            </a:pPr>
            <a:endParaRPr lang="fr-FR" b="1" dirty="0"/>
          </a:p>
          <a:p>
            <a:r>
              <a:rPr lang="fr-FR" dirty="0"/>
              <a:t>ST Tunis </a:t>
            </a:r>
            <a:r>
              <a:rPr lang="fr-FR" dirty="0" err="1"/>
              <a:t>is</a:t>
            </a:r>
            <a:r>
              <a:rPr lang="fr-FR" dirty="0"/>
              <a:t> an R&amp;D site for STMicroelectronics.</a:t>
            </a:r>
          </a:p>
          <a:p>
            <a:endParaRPr lang="fr-FR" dirty="0"/>
          </a:p>
          <a:p>
            <a:r>
              <a:rPr lang="fr-FR" dirty="0"/>
              <a:t>ST Support Solutions team </a:t>
            </a:r>
            <a:r>
              <a:rPr lang="fr-FR" dirty="0" err="1"/>
              <a:t>handles</a:t>
            </a:r>
            <a:r>
              <a:rPr lang="fr-FR" dirty="0"/>
              <a:t> </a:t>
            </a:r>
            <a:r>
              <a:rPr lang="fr-FR" dirty="0" err="1"/>
              <a:t>technical</a:t>
            </a:r>
            <a:r>
              <a:rPr lang="fr-FR" dirty="0"/>
              <a:t> support </a:t>
            </a:r>
            <a:r>
              <a:rPr lang="fr-FR" dirty="0" err="1"/>
              <a:t>problems</a:t>
            </a:r>
            <a:r>
              <a:rPr lang="fr-FR" dirty="0"/>
              <a:t> and documentation, as </a:t>
            </a:r>
            <a:r>
              <a:rPr lang="fr-FR" dirty="0" err="1"/>
              <a:t>well</a:t>
            </a:r>
            <a:r>
              <a:rPr lang="fr-FR" dirty="0"/>
              <a:t> as </a:t>
            </a:r>
            <a:r>
              <a:rPr lang="fr-FR" dirty="0" err="1"/>
              <a:t>helping</a:t>
            </a:r>
            <a:r>
              <a:rPr lang="fr-FR" dirty="0"/>
              <a:t> </a:t>
            </a:r>
            <a:r>
              <a:rPr lang="fr-FR" dirty="0" err="1"/>
              <a:t>customers</a:t>
            </a:r>
            <a:r>
              <a:rPr lang="fr-FR" dirty="0"/>
              <a:t> in </a:t>
            </a:r>
            <a:r>
              <a:rPr lang="fr-FR" dirty="0" err="1"/>
              <a:t>developping</a:t>
            </a:r>
            <a:r>
              <a:rPr lang="fr-FR" dirty="0"/>
              <a:t> applications on STM32 </a:t>
            </a:r>
            <a:r>
              <a:rPr lang="fr-FR" dirty="0" err="1"/>
              <a:t>products</a:t>
            </a:r>
            <a:r>
              <a:rPr lang="fr-FR" dirty="0"/>
              <a:t>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E1298E-F941-3E6D-C554-8EF367A144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4" r="293" b="2"/>
          <a:stretch/>
        </p:blipFill>
        <p:spPr>
          <a:xfrm>
            <a:off x="6096000" y="1484313"/>
            <a:ext cx="5720400" cy="4608512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Project Context 2/7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76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484313"/>
            <a:ext cx="5005610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Project </a:t>
            </a:r>
            <a:r>
              <a:rPr lang="fr-FR" b="1" u="sng" dirty="0" err="1"/>
              <a:t>Context</a:t>
            </a:r>
            <a:endParaRPr lang="fr-FR" b="1" u="sng" dirty="0"/>
          </a:p>
          <a:p>
            <a:pPr marL="0" indent="0">
              <a:buNone/>
            </a:pPr>
            <a:endParaRPr lang="fr-FR" b="1" dirty="0"/>
          </a:p>
          <a:p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advent</a:t>
            </a:r>
            <a:r>
              <a:rPr lang="fr-FR" dirty="0"/>
              <a:t> of IoT, </a:t>
            </a:r>
            <a:r>
              <a:rPr lang="fr-FR" dirty="0" err="1"/>
              <a:t>embedded</a:t>
            </a:r>
            <a:r>
              <a:rPr lang="fr-FR" dirty="0"/>
              <a:t> </a:t>
            </a:r>
            <a:r>
              <a:rPr lang="fr-FR" dirty="0" err="1"/>
              <a:t>devices</a:t>
            </a:r>
            <a:r>
              <a:rPr lang="fr-FR" dirty="0"/>
              <a:t> have </a:t>
            </a:r>
            <a:r>
              <a:rPr lang="fr-FR" dirty="0" err="1"/>
              <a:t>become</a:t>
            </a:r>
            <a:r>
              <a:rPr lang="fr-FR" dirty="0"/>
              <a:t> a </a:t>
            </a:r>
            <a:r>
              <a:rPr lang="fr-FR" dirty="0" err="1"/>
              <a:t>target</a:t>
            </a:r>
            <a:r>
              <a:rPr lang="fr-FR" dirty="0"/>
              <a:t> for </a:t>
            </a:r>
            <a:r>
              <a:rPr lang="fr-FR" dirty="0" err="1"/>
              <a:t>attackers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Embedded </a:t>
            </a:r>
            <a:r>
              <a:rPr lang="fr-FR" dirty="0" err="1"/>
              <a:t>security</a:t>
            </a:r>
            <a:r>
              <a:rPr lang="fr-FR" dirty="0"/>
              <a:t> has </a:t>
            </a:r>
            <a:r>
              <a:rPr lang="fr-FR" dirty="0" err="1"/>
              <a:t>become</a:t>
            </a:r>
            <a:r>
              <a:rPr lang="fr-FR" dirty="0"/>
              <a:t> a must-have for modern applications.</a:t>
            </a:r>
          </a:p>
          <a:p>
            <a:endParaRPr lang="fr-FR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Project Context 3/7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C8739-F7AC-1235-612A-9474755EB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506" y="1655799"/>
            <a:ext cx="6356494" cy="395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27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484313"/>
            <a:ext cx="5526604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Project </a:t>
            </a:r>
            <a:r>
              <a:rPr lang="fr-FR" b="1" u="sng" dirty="0" err="1"/>
              <a:t>Context</a:t>
            </a:r>
            <a:endParaRPr lang="fr-FR" b="1" u="sng" dirty="0"/>
          </a:p>
          <a:p>
            <a:pPr marL="0" indent="0">
              <a:buNone/>
            </a:pPr>
            <a:endParaRPr lang="fr-FR" b="1" dirty="0"/>
          </a:p>
          <a:p>
            <a:r>
              <a:rPr lang="fr-FR" b="1" dirty="0" err="1"/>
              <a:t>Cryptography</a:t>
            </a:r>
            <a:r>
              <a:rPr lang="fr-FR" b="1" dirty="0"/>
              <a:t> </a:t>
            </a:r>
            <a:r>
              <a:rPr lang="fr-FR" dirty="0" err="1"/>
              <a:t>is</a:t>
            </a:r>
            <a:r>
              <a:rPr lang="fr-FR" dirty="0"/>
              <a:t> a major part in </a:t>
            </a:r>
            <a:r>
              <a:rPr lang="fr-FR" dirty="0" err="1"/>
              <a:t>ensuring</a:t>
            </a:r>
            <a:r>
              <a:rPr lang="fr-FR" dirty="0"/>
              <a:t> the </a:t>
            </a:r>
            <a:r>
              <a:rPr lang="fr-FR" dirty="0" err="1"/>
              <a:t>security</a:t>
            </a:r>
            <a:r>
              <a:rPr lang="fr-FR" dirty="0"/>
              <a:t> of </a:t>
            </a:r>
            <a:r>
              <a:rPr lang="fr-FR" dirty="0" err="1"/>
              <a:t>embedded</a:t>
            </a:r>
            <a:r>
              <a:rPr lang="fr-FR" dirty="0"/>
              <a:t> </a:t>
            </a:r>
            <a:r>
              <a:rPr lang="fr-FR" dirty="0" err="1"/>
              <a:t>devices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 err="1"/>
              <a:t>ST’s</a:t>
            </a:r>
            <a:r>
              <a:rPr lang="fr-FR" dirty="0"/>
              <a:t> </a:t>
            </a:r>
            <a:r>
              <a:rPr lang="fr-FR" dirty="0" err="1"/>
              <a:t>product</a:t>
            </a:r>
            <a:r>
              <a:rPr lang="fr-FR" dirty="0"/>
              <a:t> portfolio has a </a:t>
            </a:r>
            <a:r>
              <a:rPr lang="fr-FR" dirty="0" err="1"/>
              <a:t>wide</a:t>
            </a:r>
            <a:r>
              <a:rPr lang="fr-FR" dirty="0"/>
              <a:t> range of </a:t>
            </a:r>
            <a:r>
              <a:rPr lang="fr-FR" dirty="0" err="1"/>
              <a:t>cryptography</a:t>
            </a:r>
            <a:r>
              <a:rPr lang="fr-FR" dirty="0"/>
              <a:t> </a:t>
            </a:r>
            <a:r>
              <a:rPr lang="fr-FR" dirty="0" err="1"/>
              <a:t>peripherals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allow</a:t>
            </a:r>
            <a:r>
              <a:rPr lang="fr-FR" dirty="0"/>
              <a:t> for </a:t>
            </a:r>
            <a:r>
              <a:rPr lang="fr-FR" dirty="0" err="1"/>
              <a:t>robust</a:t>
            </a:r>
            <a:r>
              <a:rPr lang="fr-FR" dirty="0"/>
              <a:t> </a:t>
            </a:r>
            <a:r>
              <a:rPr lang="fr-FR" dirty="0" err="1"/>
              <a:t>secure</a:t>
            </a:r>
            <a:r>
              <a:rPr lang="fr-FR" dirty="0"/>
              <a:t> solutions.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Project Context 4/7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C0776EA-1823-5E63-5677-E123334566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195471"/>
              </p:ext>
            </p:extLst>
          </p:nvPr>
        </p:nvGraphicFramePr>
        <p:xfrm>
          <a:off x="5039834" y="110861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196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279" y="1091268"/>
            <a:ext cx="5005610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Project </a:t>
            </a:r>
            <a:r>
              <a:rPr lang="fr-FR" b="1" u="sng" dirty="0" err="1"/>
              <a:t>Context</a:t>
            </a:r>
            <a:endParaRPr lang="fr-FR" b="1" u="sng" dirty="0"/>
          </a:p>
          <a:p>
            <a:pPr marL="0" indent="0">
              <a:buNone/>
            </a:pPr>
            <a:endParaRPr lang="fr-FR" b="1" dirty="0"/>
          </a:p>
          <a:p>
            <a:r>
              <a:rPr lang="fr-FR" dirty="0"/>
              <a:t>The </a:t>
            </a:r>
            <a:r>
              <a:rPr lang="fr-FR" dirty="0" err="1">
                <a:solidFill>
                  <a:schemeClr val="accent2"/>
                </a:solidFill>
              </a:rPr>
              <a:t>Coupling</a:t>
            </a:r>
            <a:r>
              <a:rPr lang="fr-FR" dirty="0">
                <a:solidFill>
                  <a:schemeClr val="accent2"/>
                </a:solidFill>
              </a:rPr>
              <a:t> and </a:t>
            </a:r>
            <a:r>
              <a:rPr lang="fr-FR" dirty="0" err="1">
                <a:solidFill>
                  <a:schemeClr val="accent2"/>
                </a:solidFill>
              </a:rPr>
              <a:t>Chaining</a:t>
            </a:r>
            <a:r>
              <a:rPr lang="fr-FR" dirty="0">
                <a:solidFill>
                  <a:schemeClr val="accent2"/>
                </a:solidFill>
              </a:rPr>
              <a:t> Bridge (CCB) </a:t>
            </a:r>
            <a:r>
              <a:rPr lang="fr-FR" dirty="0" err="1"/>
              <a:t>is</a:t>
            </a:r>
            <a:r>
              <a:rPr lang="fr-FR" dirty="0"/>
              <a:t> the </a:t>
            </a:r>
            <a:r>
              <a:rPr lang="fr-FR" dirty="0" err="1"/>
              <a:t>newest</a:t>
            </a:r>
            <a:r>
              <a:rPr lang="fr-FR" dirty="0"/>
              <a:t> addition to the STM32 </a:t>
            </a:r>
            <a:r>
              <a:rPr lang="fr-FR" dirty="0" err="1"/>
              <a:t>cryptography</a:t>
            </a:r>
            <a:r>
              <a:rPr lang="fr-FR" dirty="0"/>
              <a:t> </a:t>
            </a:r>
            <a:r>
              <a:rPr lang="fr-FR" dirty="0" err="1"/>
              <a:t>peripherals</a:t>
            </a:r>
            <a:r>
              <a:rPr lang="fr-FR" dirty="0"/>
              <a:t>.</a:t>
            </a:r>
          </a:p>
          <a:p>
            <a:r>
              <a:rPr lang="fr-FR" dirty="0"/>
              <a:t>It </a:t>
            </a:r>
            <a:r>
              <a:rPr lang="fr-FR" dirty="0" err="1"/>
              <a:t>leverages</a:t>
            </a:r>
            <a:r>
              <a:rPr lang="fr-FR" dirty="0"/>
              <a:t> PKA , SAES and RNG to </a:t>
            </a:r>
            <a:r>
              <a:rPr lang="fr-FR" dirty="0" err="1"/>
              <a:t>offer</a:t>
            </a:r>
            <a:r>
              <a:rPr lang="fr-FR" dirty="0"/>
              <a:t> </a:t>
            </a:r>
            <a:r>
              <a:rPr lang="fr-FR" dirty="0" err="1"/>
              <a:t>improved</a:t>
            </a:r>
            <a:r>
              <a:rPr lang="fr-FR" dirty="0"/>
              <a:t> </a:t>
            </a:r>
            <a:r>
              <a:rPr lang="fr-FR" dirty="0" err="1"/>
              <a:t>security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 and </a:t>
            </a:r>
            <a:r>
              <a:rPr lang="fr-FR" dirty="0" err="1"/>
              <a:t>ease</a:t>
            </a:r>
            <a:r>
              <a:rPr lang="fr-FR" dirty="0"/>
              <a:t> of use.</a:t>
            </a:r>
          </a:p>
          <a:p>
            <a:r>
              <a:rPr lang="fr-FR" dirty="0"/>
              <a:t>The </a:t>
            </a:r>
            <a:r>
              <a:rPr lang="fr-FR" dirty="0" err="1"/>
              <a:t>upcoming</a:t>
            </a:r>
            <a:r>
              <a:rPr lang="fr-FR" dirty="0"/>
              <a:t> STM32U3 MCU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the first </a:t>
            </a:r>
            <a:r>
              <a:rPr lang="fr-FR" dirty="0" err="1"/>
              <a:t>product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includes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peripheral</a:t>
            </a:r>
            <a:r>
              <a:rPr lang="fr-FR" dirty="0"/>
              <a:t>.</a:t>
            </a:r>
          </a:p>
          <a:p>
            <a:endParaRPr lang="fr-FR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Project Context 5/7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C0776EA-1823-5E63-5677-E123334566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492333"/>
              </p:ext>
            </p:extLst>
          </p:nvPr>
        </p:nvGraphicFramePr>
        <p:xfrm>
          <a:off x="5039834" y="110861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6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279" y="1091268"/>
            <a:ext cx="5005610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 err="1"/>
              <a:t>Problem</a:t>
            </a:r>
            <a:r>
              <a:rPr lang="fr-FR" b="1" u="sng" dirty="0"/>
              <a:t> </a:t>
            </a:r>
            <a:r>
              <a:rPr lang="fr-FR" b="1" u="sng" dirty="0" err="1"/>
              <a:t>Statement</a:t>
            </a:r>
            <a:endParaRPr lang="fr-FR" b="1" u="sng" dirty="0"/>
          </a:p>
          <a:p>
            <a:pPr marL="0" indent="0">
              <a:buNone/>
            </a:pPr>
            <a:endParaRPr lang="fr-FR" b="1" dirty="0"/>
          </a:p>
          <a:p>
            <a:r>
              <a:rPr lang="fr-FR" dirty="0"/>
              <a:t>The </a:t>
            </a:r>
            <a:r>
              <a:rPr lang="fr-FR" dirty="0" err="1"/>
              <a:t>complexity</a:t>
            </a:r>
            <a:r>
              <a:rPr lang="fr-FR" dirty="0"/>
              <a:t> of </a:t>
            </a:r>
            <a:r>
              <a:rPr lang="fr-FR" dirty="0" err="1"/>
              <a:t>this</a:t>
            </a:r>
            <a:r>
              <a:rPr lang="fr-FR" dirty="0"/>
              <a:t> new </a:t>
            </a:r>
            <a:r>
              <a:rPr lang="fr-FR" dirty="0" err="1"/>
              <a:t>peripheral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prove</a:t>
            </a:r>
            <a:r>
              <a:rPr lang="fr-FR" dirty="0"/>
              <a:t> </a:t>
            </a:r>
            <a:r>
              <a:rPr lang="fr-FR" dirty="0" err="1"/>
              <a:t>challenging</a:t>
            </a:r>
            <a:r>
              <a:rPr lang="fr-FR" dirty="0"/>
              <a:t> for </a:t>
            </a:r>
            <a:r>
              <a:rPr lang="fr-FR" dirty="0" err="1"/>
              <a:t>customers</a:t>
            </a:r>
            <a:r>
              <a:rPr lang="fr-FR" dirty="0"/>
              <a:t>, </a:t>
            </a:r>
            <a:r>
              <a:rPr lang="fr-FR" dirty="0" err="1"/>
              <a:t>especially</a:t>
            </a:r>
            <a:r>
              <a:rPr lang="fr-FR" dirty="0"/>
              <a:t>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a </a:t>
            </a:r>
            <a:r>
              <a:rPr lang="fr-FR" dirty="0" err="1"/>
              <a:t>cryptography</a:t>
            </a:r>
            <a:r>
              <a:rPr lang="fr-FR" dirty="0"/>
              <a:t> background.</a:t>
            </a:r>
          </a:p>
          <a:p>
            <a:endParaRPr lang="fr-FR" dirty="0"/>
          </a:p>
          <a:p>
            <a:r>
              <a:rPr lang="fr-FR" dirty="0"/>
              <a:t>The new </a:t>
            </a:r>
            <a:r>
              <a:rPr lang="fr-FR" dirty="0" err="1"/>
              <a:t>features</a:t>
            </a:r>
            <a:r>
              <a:rPr lang="fr-FR" dirty="0"/>
              <a:t> </a:t>
            </a:r>
            <a:r>
              <a:rPr lang="fr-FR" dirty="0" err="1"/>
              <a:t>offered</a:t>
            </a:r>
            <a:r>
              <a:rPr lang="fr-FR" dirty="0"/>
              <a:t> by the CCB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clearly</a:t>
            </a:r>
            <a:r>
              <a:rPr lang="fr-FR" dirty="0"/>
              <a:t> </a:t>
            </a:r>
            <a:r>
              <a:rPr lang="fr-FR" dirty="0" err="1"/>
              <a:t>showcased</a:t>
            </a:r>
            <a:r>
              <a:rPr lang="fr-FR" dirty="0"/>
              <a:t> to </a:t>
            </a:r>
            <a:r>
              <a:rPr lang="fr-FR" dirty="0" err="1"/>
              <a:t>customers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Project Context 6/7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C0776EA-1823-5E63-5677-E1233345668B}"/>
              </a:ext>
            </a:extLst>
          </p:cNvPr>
          <p:cNvGraphicFramePr/>
          <p:nvPr/>
        </p:nvGraphicFramePr>
        <p:xfrm>
          <a:off x="5039834" y="110861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339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36" y="1091268"/>
            <a:ext cx="5005610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chemeClr val="accent2"/>
                </a:solidFill>
              </a:rPr>
              <a:t>Solution</a:t>
            </a:r>
            <a:endParaRPr lang="fr-FR" b="1" dirty="0">
              <a:solidFill>
                <a:schemeClr val="accent2"/>
              </a:solidFill>
            </a:endParaRPr>
          </a:p>
          <a:p>
            <a:endParaRPr lang="fr-FR" dirty="0"/>
          </a:p>
          <a:p>
            <a:r>
              <a:rPr lang="fr-FR" dirty="0" err="1"/>
              <a:t>Develop</a:t>
            </a:r>
            <a:r>
              <a:rPr lang="fr-FR" dirty="0"/>
              <a:t> a </a:t>
            </a:r>
            <a:r>
              <a:rPr lang="fr-FR" dirty="0" err="1"/>
              <a:t>demonstration</a:t>
            </a:r>
            <a:r>
              <a:rPr lang="fr-FR" dirty="0"/>
              <a:t> for the CCB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achieves</a:t>
            </a:r>
            <a:r>
              <a:rPr lang="fr-FR" dirty="0"/>
              <a:t> the </a:t>
            </a:r>
            <a:r>
              <a:rPr lang="fr-FR" dirty="0" err="1"/>
              <a:t>following</a:t>
            </a:r>
            <a:r>
              <a:rPr lang="fr-FR" dirty="0"/>
              <a:t> objectives :</a:t>
            </a:r>
          </a:p>
          <a:p>
            <a:pPr lvl="1"/>
            <a:r>
              <a:rPr lang="fr-FR" dirty="0"/>
              <a:t>Showcase the new </a:t>
            </a:r>
            <a:r>
              <a:rPr lang="fr-FR" dirty="0" err="1"/>
              <a:t>features</a:t>
            </a:r>
            <a:r>
              <a:rPr lang="fr-FR" dirty="0"/>
              <a:t> of the CCB </a:t>
            </a:r>
            <a:r>
              <a:rPr lang="fr-FR" dirty="0" err="1"/>
              <a:t>compared</a:t>
            </a:r>
            <a:r>
              <a:rPr lang="fr-FR" dirty="0"/>
              <a:t> to </a:t>
            </a:r>
            <a:r>
              <a:rPr lang="fr-FR" dirty="0" err="1"/>
              <a:t>currently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 </a:t>
            </a:r>
            <a:r>
              <a:rPr lang="fr-FR" dirty="0" err="1"/>
              <a:t>peripherals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Present</a:t>
            </a:r>
            <a:r>
              <a:rPr lang="fr-FR" dirty="0"/>
              <a:t> a </a:t>
            </a:r>
            <a:r>
              <a:rPr lang="fr-FR" dirty="0" err="1"/>
              <a:t>realistic</a:t>
            </a:r>
            <a:r>
              <a:rPr lang="fr-FR" dirty="0"/>
              <a:t> use case of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Serve as an accessible </a:t>
            </a:r>
            <a:r>
              <a:rPr lang="fr-FR" dirty="0" err="1"/>
              <a:t>starting</a:t>
            </a:r>
            <a:r>
              <a:rPr lang="fr-FR" dirty="0"/>
              <a:t> guide for </a:t>
            </a:r>
            <a:r>
              <a:rPr lang="fr-FR" dirty="0" err="1"/>
              <a:t>customers</a:t>
            </a:r>
            <a:r>
              <a:rPr lang="fr-FR" dirty="0"/>
              <a:t> </a:t>
            </a:r>
            <a:r>
              <a:rPr lang="fr-FR" dirty="0" err="1"/>
              <a:t>hoping</a:t>
            </a:r>
            <a:r>
              <a:rPr lang="fr-FR" dirty="0"/>
              <a:t> to use the CCB.</a:t>
            </a:r>
          </a:p>
          <a:p>
            <a:pPr marL="269875" lvl="1" indent="0">
              <a:buNone/>
            </a:pPr>
            <a:endParaRPr lang="fr-FR" b="1" u="sng" dirty="0">
              <a:solidFill>
                <a:schemeClr val="accent2"/>
              </a:solidFill>
              <a:sym typeface="Wingdings" panose="05000000000000000000" pitchFamily="2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Project Context 7/7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A806A-FE05-6EF4-6856-74A0AD483823}"/>
              </a:ext>
            </a:extLst>
          </p:cNvPr>
          <p:cNvSpPr txBox="1"/>
          <p:nvPr/>
        </p:nvSpPr>
        <p:spPr>
          <a:xfrm>
            <a:off x="861455" y="5736550"/>
            <a:ext cx="692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875" lvl="1" indent="0">
              <a:buNone/>
            </a:pPr>
            <a:r>
              <a:rPr lang="fr-FR" b="1" u="sng" dirty="0">
                <a:solidFill>
                  <a:schemeClr val="accent2"/>
                </a:solidFill>
                <a:sym typeface="Wingdings" panose="05000000000000000000" pitchFamily="2" charset="2"/>
              </a:rPr>
              <a:t> </a:t>
            </a:r>
            <a:r>
              <a:rPr lang="fr-FR" b="1" u="sng" dirty="0" err="1">
                <a:solidFill>
                  <a:schemeClr val="accent2"/>
                </a:solidFill>
                <a:sym typeface="Wingdings" panose="05000000000000000000" pitchFamily="2" charset="2"/>
              </a:rPr>
              <a:t>Why</a:t>
            </a:r>
            <a:r>
              <a:rPr lang="fr-FR" b="1" u="sng" dirty="0">
                <a:solidFill>
                  <a:schemeClr val="accent2"/>
                </a:solidFill>
                <a:sym typeface="Wingdings" panose="05000000000000000000" pitchFamily="2" charset="2"/>
              </a:rPr>
              <a:t> use CCB ? And How ?</a:t>
            </a:r>
            <a:r>
              <a:rPr lang="fr-FR" b="1" u="sng" dirty="0">
                <a:solidFill>
                  <a:schemeClr val="accent2"/>
                </a:solidFill>
              </a:rPr>
              <a:t> 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8F67A32D-B06E-7A44-43EF-7A4B263A9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75095" y="2820000"/>
            <a:ext cx="1530192" cy="2555705"/>
          </a:xfrm>
          <a:prstGeom prst="rect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2CFDA2-9A9F-E787-B8BC-908F933B6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65184" y="2723029"/>
            <a:ext cx="1530192" cy="2736880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Female Profile outline">
            <a:extLst>
              <a:ext uri="{FF2B5EF4-FFF2-40B4-BE49-F238E27FC236}">
                <a16:creationId xmlns:a16="http://schemas.microsoft.com/office/drawing/2014/main" id="{FC6AE10D-8C75-2883-5020-86A3AA07E3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2991" y="1808629"/>
            <a:ext cx="914400" cy="914400"/>
          </a:xfrm>
          <a:prstGeom prst="rect">
            <a:avLst/>
          </a:prstGeom>
        </p:spPr>
      </p:pic>
      <p:pic>
        <p:nvPicPr>
          <p:cNvPr id="12" name="Graphic 11" descr="Male profile outline">
            <a:extLst>
              <a:ext uri="{FF2B5EF4-FFF2-40B4-BE49-F238E27FC236}">
                <a16:creationId xmlns:a16="http://schemas.microsoft.com/office/drawing/2014/main" id="{C1208FC8-A8A0-184D-8F6E-470E0090C5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73080" y="1641558"/>
            <a:ext cx="914400" cy="914400"/>
          </a:xfrm>
          <a:prstGeom prst="rect">
            <a:avLst/>
          </a:prstGeom>
        </p:spPr>
      </p:pic>
      <p:pic>
        <p:nvPicPr>
          <p:cNvPr id="14" name="Graphic 13" descr="Lock with solid fill">
            <a:extLst>
              <a:ext uri="{FF2B5EF4-FFF2-40B4-BE49-F238E27FC236}">
                <a16:creationId xmlns:a16="http://schemas.microsoft.com/office/drawing/2014/main" id="{B1465EF4-7CA4-435A-241C-77BFB52A79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8035" y="3183452"/>
            <a:ext cx="914400" cy="914400"/>
          </a:xfrm>
          <a:prstGeom prst="rect">
            <a:avLst/>
          </a:prstGeom>
        </p:spPr>
      </p:pic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00DF9CFC-5686-C00A-C7F9-440AEDDAA752}"/>
              </a:ext>
            </a:extLst>
          </p:cNvPr>
          <p:cNvSpPr/>
          <p:nvPr/>
        </p:nvSpPr>
        <p:spPr>
          <a:xfrm>
            <a:off x="7688964" y="4030557"/>
            <a:ext cx="2597512" cy="450155"/>
          </a:xfrm>
          <a:prstGeom prst="left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9CC1D5-227E-4A76-FD41-9B76B5FE841E}"/>
              </a:ext>
            </a:extLst>
          </p:cNvPr>
          <p:cNvSpPr txBox="1"/>
          <p:nvPr/>
        </p:nvSpPr>
        <p:spPr>
          <a:xfrm>
            <a:off x="8000335" y="4621791"/>
            <a:ext cx="196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/>
              </a:buClr>
            </a:pPr>
            <a:r>
              <a:rPr lang="fr-FR" b="1" dirty="0">
                <a:solidFill>
                  <a:schemeClr val="accent4"/>
                </a:solidFill>
              </a:rPr>
              <a:t>Secure Communication</a:t>
            </a:r>
            <a:endParaRPr lang="en-US" b="1" dirty="0" err="1">
              <a:solidFill>
                <a:schemeClr val="accent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E455B9-BBAB-8EC0-169E-16575C391B43}"/>
              </a:ext>
            </a:extLst>
          </p:cNvPr>
          <p:cNvSpPr txBox="1"/>
          <p:nvPr/>
        </p:nvSpPr>
        <p:spPr>
          <a:xfrm>
            <a:off x="5778471" y="5592242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Alice Board (U3)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70C5F-6350-B811-6339-757B2EB6834D}"/>
              </a:ext>
            </a:extLst>
          </p:cNvPr>
          <p:cNvSpPr txBox="1"/>
          <p:nvPr/>
        </p:nvSpPr>
        <p:spPr>
          <a:xfrm>
            <a:off x="10068560" y="5625002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Bob Board (U5)</a:t>
            </a:r>
          </a:p>
        </p:txBody>
      </p:sp>
    </p:spTree>
    <p:extLst>
      <p:ext uri="{BB962C8B-B14F-4D97-AF65-F5344CB8AC3E}">
        <p14:creationId xmlns:p14="http://schemas.microsoft.com/office/powerpoint/2010/main" val="11021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2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0B10-1E78-42AD-B41B-13C09282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 Concepts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D4FEC-4A2C-866E-DADD-18F7F6A6B2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EDDE45-BE76-FEDA-5CC4-EBDACA115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3" b="15959"/>
          <a:stretch/>
        </p:blipFill>
        <p:spPr bwMode="auto">
          <a:xfrm>
            <a:off x="20" y="1304925"/>
            <a:ext cx="1219198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7644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735" y="1198096"/>
            <a:ext cx="5005610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accent1"/>
                </a:solidFill>
              </a:rPr>
              <a:t>Symmetric</a:t>
            </a:r>
            <a:r>
              <a:rPr lang="fr-FR" b="1" u="sng" dirty="0">
                <a:solidFill>
                  <a:schemeClr val="accent1"/>
                </a:solidFill>
              </a:rPr>
              <a:t> </a:t>
            </a:r>
            <a:r>
              <a:rPr lang="fr-FR" b="1" u="sng" dirty="0" err="1">
                <a:solidFill>
                  <a:schemeClr val="accent1"/>
                </a:solidFill>
              </a:rPr>
              <a:t>Cryptography</a:t>
            </a:r>
            <a:endParaRPr lang="fr-FR" dirty="0"/>
          </a:p>
          <a:p>
            <a:endParaRPr lang="fr-FR" b="1" u="sng" dirty="0">
              <a:solidFill>
                <a:schemeClr val="accent2"/>
              </a:solidFill>
              <a:sym typeface="Wingdings" panose="05000000000000000000" pitchFamily="2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Cryptography Concepts 1/6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987EF3-FD5A-81A6-12C3-D155D3826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559" y="2155506"/>
            <a:ext cx="9517715" cy="1769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995154A-30CC-44A9-50D7-E398A8AD74EE}"/>
              </a:ext>
            </a:extLst>
          </p:cNvPr>
          <p:cNvSpPr txBox="1"/>
          <p:nvPr/>
        </p:nvSpPr>
        <p:spPr>
          <a:xfrm>
            <a:off x="1420974" y="4115622"/>
            <a:ext cx="93672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 symmetric cryptography, Alice and Bob share the same </a:t>
            </a:r>
            <a:r>
              <a:rPr lang="en-US" b="1" dirty="0">
                <a:solidFill>
                  <a:srgbClr val="FFC000"/>
                </a:solidFill>
              </a:rPr>
              <a:t>secret key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This key is used to both encrypt and decrypt the messages exchanged between them</a:t>
            </a:r>
          </a:p>
          <a:p>
            <a:pPr algn="l"/>
            <a:endParaRPr lang="en-US" b="1" u="sng" dirty="0">
              <a:solidFill>
                <a:schemeClr val="accent5"/>
              </a:solidFill>
            </a:endParaRPr>
          </a:p>
          <a:p>
            <a:pPr algn="l"/>
            <a:r>
              <a:rPr lang="en-US" b="1" u="sng" dirty="0">
                <a:solidFill>
                  <a:schemeClr val="accent5"/>
                </a:solidFill>
              </a:rPr>
              <a:t>Advantage:</a:t>
            </a:r>
            <a:r>
              <a:rPr lang="en-US" dirty="0"/>
              <a:t> Very efficient.</a:t>
            </a:r>
          </a:p>
          <a:p>
            <a:pPr algn="l"/>
            <a:endParaRPr lang="en-US" dirty="0"/>
          </a:p>
          <a:p>
            <a:pPr algn="l"/>
            <a:r>
              <a:rPr lang="en-US" b="1" u="sng" dirty="0">
                <a:solidFill>
                  <a:srgbClr val="FF0000"/>
                </a:solidFill>
              </a:rPr>
              <a:t>Drawback:</a:t>
            </a:r>
            <a:r>
              <a:rPr lang="en-US" dirty="0"/>
              <a:t> The two parties must somehow exchange the key in a secure way.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D5B72E-DA91-2A0E-FB09-0612F7D081A0}"/>
              </a:ext>
            </a:extLst>
          </p:cNvPr>
          <p:cNvSpPr/>
          <p:nvPr/>
        </p:nvSpPr>
        <p:spPr>
          <a:xfrm>
            <a:off x="10018130" y="1364317"/>
            <a:ext cx="1797633" cy="7317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Algorithm:</a:t>
            </a:r>
          </a:p>
          <a:p>
            <a:pPr algn="ctr">
              <a:buClr>
                <a:schemeClr val="bg1"/>
              </a:buClr>
            </a:pPr>
            <a:r>
              <a:rPr lang="en-US" b="1" dirty="0"/>
              <a:t>AES</a:t>
            </a:r>
          </a:p>
        </p:txBody>
      </p:sp>
    </p:spTree>
    <p:extLst>
      <p:ext uri="{BB962C8B-B14F-4D97-AF65-F5344CB8AC3E}">
        <p14:creationId xmlns:p14="http://schemas.microsoft.com/office/powerpoint/2010/main" val="88345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735" y="1120285"/>
            <a:ext cx="5005610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accent1"/>
                </a:solidFill>
              </a:rPr>
              <a:t>Asymmetric</a:t>
            </a:r>
            <a:r>
              <a:rPr lang="fr-FR" b="1" u="sng" dirty="0">
                <a:solidFill>
                  <a:schemeClr val="accent1"/>
                </a:solidFill>
              </a:rPr>
              <a:t> </a:t>
            </a:r>
            <a:r>
              <a:rPr lang="fr-FR" b="1" u="sng" dirty="0" err="1">
                <a:solidFill>
                  <a:schemeClr val="accent1"/>
                </a:solidFill>
              </a:rPr>
              <a:t>Cryptography</a:t>
            </a:r>
            <a:endParaRPr lang="fr-FR" dirty="0"/>
          </a:p>
          <a:p>
            <a:endParaRPr lang="fr-FR" b="1" u="sng" dirty="0">
              <a:solidFill>
                <a:schemeClr val="accent2"/>
              </a:solidFill>
              <a:sym typeface="Wingdings" panose="05000000000000000000" pitchFamily="2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Cryptography Concepts 2/6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95154A-30CC-44A9-50D7-E398A8AD74EE}"/>
              </a:ext>
            </a:extLst>
          </p:cNvPr>
          <p:cNvSpPr txBox="1"/>
          <p:nvPr/>
        </p:nvSpPr>
        <p:spPr>
          <a:xfrm>
            <a:off x="1316344" y="3955537"/>
            <a:ext cx="10069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 asymmetric cryptography, Alice and Bob each have two keys : a </a:t>
            </a:r>
            <a:r>
              <a:rPr lang="en-US" b="1" dirty="0">
                <a:solidFill>
                  <a:srgbClr val="FF0000"/>
                </a:solidFill>
              </a:rPr>
              <a:t>private key </a:t>
            </a:r>
            <a:r>
              <a:rPr lang="en-US" dirty="0"/>
              <a:t>and a </a:t>
            </a:r>
            <a:r>
              <a:rPr lang="en-US" b="1" dirty="0">
                <a:solidFill>
                  <a:schemeClr val="accent5"/>
                </a:solidFill>
              </a:rPr>
              <a:t>public key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 Alice must use Bob’s public key to encrypt her message, that way only Bob can decrypt 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accent5"/>
              </a:solidFill>
            </a:endParaRPr>
          </a:p>
          <a:p>
            <a:pPr algn="l"/>
            <a:r>
              <a:rPr lang="en-US" b="1" u="sng" dirty="0">
                <a:solidFill>
                  <a:schemeClr val="accent5"/>
                </a:solidFill>
              </a:rPr>
              <a:t>Advantage:</a:t>
            </a:r>
            <a:r>
              <a:rPr lang="en-US" dirty="0"/>
              <a:t> Extremely secure.</a:t>
            </a:r>
          </a:p>
          <a:p>
            <a:pPr algn="l"/>
            <a:endParaRPr lang="en-US" dirty="0"/>
          </a:p>
          <a:p>
            <a:pPr algn="l"/>
            <a:r>
              <a:rPr lang="en-US" b="1" u="sng" dirty="0">
                <a:solidFill>
                  <a:srgbClr val="FF0000"/>
                </a:solidFill>
              </a:rPr>
              <a:t>Drawback:</a:t>
            </a:r>
            <a:r>
              <a:rPr lang="en-US" dirty="0"/>
              <a:t> Very resource demanding which makes it impossible to use for large data encryption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E0ADC-2EF9-6662-C370-1A3FE1F28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044" y="1647841"/>
            <a:ext cx="8519912" cy="22115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FD5B72E-DA91-2A0E-FB09-0612F7D081A0}"/>
              </a:ext>
            </a:extLst>
          </p:cNvPr>
          <p:cNvSpPr/>
          <p:nvPr/>
        </p:nvSpPr>
        <p:spPr>
          <a:xfrm>
            <a:off x="10018130" y="1401048"/>
            <a:ext cx="1797633" cy="7317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Algorithms:</a:t>
            </a:r>
          </a:p>
          <a:p>
            <a:pPr algn="ctr">
              <a:buClr>
                <a:schemeClr val="bg1"/>
              </a:buClr>
            </a:pPr>
            <a:r>
              <a:rPr lang="en-US" b="1" dirty="0"/>
              <a:t>ECC , RSA</a:t>
            </a:r>
          </a:p>
        </p:txBody>
      </p:sp>
    </p:spTree>
    <p:extLst>
      <p:ext uri="{BB962C8B-B14F-4D97-AF65-F5344CB8AC3E}">
        <p14:creationId xmlns:p14="http://schemas.microsoft.com/office/powerpoint/2010/main" val="3661374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306" y="1091268"/>
            <a:ext cx="6283228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accent1"/>
                </a:solidFill>
              </a:rPr>
              <a:t>Cryptography</a:t>
            </a:r>
            <a:r>
              <a:rPr lang="fr-FR" b="1" u="sng" dirty="0">
                <a:solidFill>
                  <a:schemeClr val="accent1"/>
                </a:solidFill>
              </a:rPr>
              <a:t> in Practice: Key Exchange</a:t>
            </a:r>
            <a:endParaRPr lang="fr-FR" dirty="0"/>
          </a:p>
          <a:p>
            <a:endParaRPr lang="fr-FR" b="1" u="sng" dirty="0">
              <a:solidFill>
                <a:schemeClr val="accent2"/>
              </a:solidFill>
              <a:sym typeface="Wingdings" panose="05000000000000000000" pitchFamily="2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Cryptography Concepts 3/6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95154A-30CC-44A9-50D7-E398A8AD74EE}"/>
              </a:ext>
            </a:extLst>
          </p:cNvPr>
          <p:cNvSpPr txBox="1"/>
          <p:nvPr/>
        </p:nvSpPr>
        <p:spPr>
          <a:xfrm>
            <a:off x="1776596" y="5640513"/>
            <a:ext cx="98336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 practice, we use asymmetric cryptography to securely exchange a symmetric key.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This process is called a Diffie-Hellman Key Exchange, and it is the basis of a </a:t>
            </a:r>
            <a:r>
              <a:rPr lang="en-US" b="1" dirty="0">
                <a:solidFill>
                  <a:srgbClr val="FFC000"/>
                </a:solidFill>
              </a:rPr>
              <a:t>secure communication.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0242A-FE5A-0EFF-6C4E-DE32D0F57660}"/>
              </a:ext>
            </a:extLst>
          </p:cNvPr>
          <p:cNvSpPr/>
          <p:nvPr/>
        </p:nvSpPr>
        <p:spPr>
          <a:xfrm>
            <a:off x="1903228" y="1729869"/>
            <a:ext cx="1882714" cy="230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66E8B57-6F02-ABF3-56A3-F7688B081BD8}"/>
              </a:ext>
            </a:extLst>
          </p:cNvPr>
          <p:cNvGrpSpPr/>
          <p:nvPr/>
        </p:nvGrpSpPr>
        <p:grpSpPr>
          <a:xfrm>
            <a:off x="1472073" y="1604281"/>
            <a:ext cx="9265085" cy="3892916"/>
            <a:chOff x="332570" y="966158"/>
            <a:chExt cx="11526859" cy="48825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0C70136-DDB3-697D-6C21-368F73B66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570" y="1009312"/>
              <a:ext cx="11526859" cy="483937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843EA71-8938-494C-324A-74942A8F27FC}"/>
                </a:ext>
              </a:extLst>
            </p:cNvPr>
            <p:cNvSpPr/>
            <p:nvPr/>
          </p:nvSpPr>
          <p:spPr>
            <a:xfrm>
              <a:off x="332570" y="966158"/>
              <a:ext cx="2400633" cy="393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86F48-4725-C7FF-857A-5AED945B24E1}"/>
              </a:ext>
            </a:extLst>
          </p:cNvPr>
          <p:cNvSpPr/>
          <p:nvPr/>
        </p:nvSpPr>
        <p:spPr>
          <a:xfrm>
            <a:off x="9838341" y="1448240"/>
            <a:ext cx="1797633" cy="7317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Algorithm:</a:t>
            </a:r>
          </a:p>
          <a:p>
            <a:pPr algn="ctr">
              <a:buClr>
                <a:schemeClr val="bg1"/>
              </a:buClr>
            </a:pPr>
            <a:r>
              <a:rPr lang="en-US" b="1" dirty="0"/>
              <a:t>ECDH</a:t>
            </a:r>
          </a:p>
        </p:txBody>
      </p:sp>
    </p:spTree>
    <p:extLst>
      <p:ext uri="{BB962C8B-B14F-4D97-AF65-F5344CB8AC3E}">
        <p14:creationId xmlns:p14="http://schemas.microsoft.com/office/powerpoint/2010/main" val="2072839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837" y="1091268"/>
            <a:ext cx="7080670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accent1"/>
                </a:solidFill>
              </a:rPr>
              <a:t>Cryptography</a:t>
            </a:r>
            <a:r>
              <a:rPr lang="fr-FR" b="1" u="sng" dirty="0">
                <a:solidFill>
                  <a:schemeClr val="accent1"/>
                </a:solidFill>
              </a:rPr>
              <a:t> in Practice: Digital Signatures</a:t>
            </a:r>
            <a:endParaRPr lang="fr-FR" dirty="0"/>
          </a:p>
          <a:p>
            <a:endParaRPr lang="fr-FR" b="1" u="sng" dirty="0">
              <a:solidFill>
                <a:schemeClr val="accent2"/>
              </a:solidFill>
              <a:sym typeface="Wingdings" panose="05000000000000000000" pitchFamily="2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Cryptography Concepts 4/6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95154A-30CC-44A9-50D7-E398A8AD74EE}"/>
              </a:ext>
            </a:extLst>
          </p:cNvPr>
          <p:cNvSpPr txBox="1"/>
          <p:nvPr/>
        </p:nvSpPr>
        <p:spPr>
          <a:xfrm>
            <a:off x="1456661" y="5276916"/>
            <a:ext cx="997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Digital signatures are similar in concept to real world signatures allowing the sender and the receiver to verify each other’s identities.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 digital signature is signed with a sender’s private key and verified with their public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Verifying digital signatures is the first step of a </a:t>
            </a:r>
            <a:r>
              <a:rPr lang="en-US" b="1" dirty="0">
                <a:solidFill>
                  <a:srgbClr val="FFC000"/>
                </a:solidFill>
              </a:rPr>
              <a:t>secure communication </a:t>
            </a:r>
            <a:r>
              <a:rPr lang="en-US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0242A-FE5A-0EFF-6C4E-DE32D0F57660}"/>
              </a:ext>
            </a:extLst>
          </p:cNvPr>
          <p:cNvSpPr/>
          <p:nvPr/>
        </p:nvSpPr>
        <p:spPr>
          <a:xfrm>
            <a:off x="1903228" y="1729869"/>
            <a:ext cx="1882714" cy="230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26E1E-CD45-BBA3-5D93-F4B7577B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8" y="1845231"/>
            <a:ext cx="12024975" cy="32496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65F4E1-E0FD-A991-77AF-60903BDCD3C5}"/>
              </a:ext>
            </a:extLst>
          </p:cNvPr>
          <p:cNvSpPr/>
          <p:nvPr/>
        </p:nvSpPr>
        <p:spPr>
          <a:xfrm>
            <a:off x="9923401" y="1347589"/>
            <a:ext cx="1797633" cy="7317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Algorithm:</a:t>
            </a:r>
          </a:p>
          <a:p>
            <a:pPr algn="ctr">
              <a:buClr>
                <a:schemeClr val="bg1"/>
              </a:buClr>
            </a:pPr>
            <a:r>
              <a:rPr lang="en-US" b="1" dirty="0"/>
              <a:t>ECDSA</a:t>
            </a:r>
          </a:p>
        </p:txBody>
      </p:sp>
    </p:spTree>
    <p:extLst>
      <p:ext uri="{BB962C8B-B14F-4D97-AF65-F5344CB8AC3E}">
        <p14:creationId xmlns:p14="http://schemas.microsoft.com/office/powerpoint/2010/main" val="2228971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837" y="1091268"/>
            <a:ext cx="7080670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accent1"/>
                </a:solidFill>
              </a:rPr>
              <a:t>Cryptography</a:t>
            </a:r>
            <a:r>
              <a:rPr lang="fr-FR" b="1" u="sng" dirty="0">
                <a:solidFill>
                  <a:schemeClr val="accent1"/>
                </a:solidFill>
              </a:rPr>
              <a:t> in Practice: Tag </a:t>
            </a:r>
            <a:r>
              <a:rPr lang="fr-FR" b="1" u="sng" dirty="0" err="1">
                <a:solidFill>
                  <a:schemeClr val="accent1"/>
                </a:solidFill>
              </a:rPr>
              <a:t>Generation</a:t>
            </a:r>
            <a:endParaRPr lang="fr-FR" dirty="0"/>
          </a:p>
          <a:p>
            <a:endParaRPr lang="fr-FR" b="1" u="sng" dirty="0">
              <a:solidFill>
                <a:schemeClr val="accent2"/>
              </a:solidFill>
              <a:sym typeface="Wingdings" panose="05000000000000000000" pitchFamily="2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Cryptography Concepts 5/6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95154A-30CC-44A9-50D7-E398A8AD74EE}"/>
              </a:ext>
            </a:extLst>
          </p:cNvPr>
          <p:cNvSpPr txBox="1"/>
          <p:nvPr/>
        </p:nvSpPr>
        <p:spPr>
          <a:xfrm>
            <a:off x="1040836" y="5478698"/>
            <a:ext cx="11021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During symmetric encryption, we generate an encryption tag that is sent along with the encrypted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During symmetric decryption, we generate a decryption tag.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If the two tags match, then we can be sure that the message that we decrypted was truly the message the sender encrypted.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0242A-FE5A-0EFF-6C4E-DE32D0F57660}"/>
              </a:ext>
            </a:extLst>
          </p:cNvPr>
          <p:cNvSpPr/>
          <p:nvPr/>
        </p:nvSpPr>
        <p:spPr>
          <a:xfrm>
            <a:off x="1903228" y="1729869"/>
            <a:ext cx="1882714" cy="230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5F4E1-E0FD-A991-77AF-60903BDCD3C5}"/>
              </a:ext>
            </a:extLst>
          </p:cNvPr>
          <p:cNvSpPr/>
          <p:nvPr/>
        </p:nvSpPr>
        <p:spPr>
          <a:xfrm>
            <a:off x="10065244" y="1304924"/>
            <a:ext cx="1797633" cy="7317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Algorithm:</a:t>
            </a:r>
          </a:p>
          <a:p>
            <a:pPr algn="ctr">
              <a:buClr>
                <a:schemeClr val="bg1"/>
              </a:buClr>
            </a:pPr>
            <a:r>
              <a:rPr lang="en-US" b="1" dirty="0"/>
              <a:t>AES GCM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CA86A576-63E1-FA02-54D2-623294D1D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083" y="1906616"/>
            <a:ext cx="7836196" cy="35705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21453D-7691-88D1-0965-17ED32D821CD}"/>
              </a:ext>
            </a:extLst>
          </p:cNvPr>
          <p:cNvSpPr txBox="1"/>
          <p:nvPr/>
        </p:nvSpPr>
        <p:spPr>
          <a:xfrm>
            <a:off x="6016181" y="5130639"/>
            <a:ext cx="1071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000" dirty="0"/>
              <a:t>(128 bits)</a:t>
            </a:r>
            <a:endParaRPr lang="en-US" sz="1000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1D94A-BADC-D0D3-317F-1138C7BEA3D4}"/>
              </a:ext>
            </a:extLst>
          </p:cNvPr>
          <p:cNvSpPr txBox="1"/>
          <p:nvPr/>
        </p:nvSpPr>
        <p:spPr>
          <a:xfrm>
            <a:off x="8510984" y="5130639"/>
            <a:ext cx="1071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100" dirty="0"/>
              <a:t>(128 bits)</a:t>
            </a:r>
            <a:endParaRPr lang="en-US" sz="1100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1017DE-7D5F-13EE-F607-828E65977980}"/>
              </a:ext>
            </a:extLst>
          </p:cNvPr>
          <p:cNvSpPr txBox="1"/>
          <p:nvPr/>
        </p:nvSpPr>
        <p:spPr>
          <a:xfrm>
            <a:off x="6016181" y="1715644"/>
            <a:ext cx="1071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000" dirty="0"/>
              <a:t>(128 bits)</a:t>
            </a:r>
            <a:endParaRPr lang="en-US" sz="1000" dirty="0" err="1"/>
          </a:p>
        </p:txBody>
      </p:sp>
    </p:spTree>
    <p:extLst>
      <p:ext uri="{BB962C8B-B14F-4D97-AF65-F5344CB8AC3E}">
        <p14:creationId xmlns:p14="http://schemas.microsoft.com/office/powerpoint/2010/main" val="3245614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FF83110-9350-FE79-48BA-0FF4C95ADE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1652712"/>
              </p:ext>
            </p:extLst>
          </p:nvPr>
        </p:nvGraphicFramePr>
        <p:xfrm>
          <a:off x="6805021" y="1304924"/>
          <a:ext cx="5901434" cy="5437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306" y="1091268"/>
            <a:ext cx="7505973" cy="52397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accent1"/>
                </a:solidFill>
              </a:rPr>
              <a:t>Cryptography</a:t>
            </a:r>
            <a:r>
              <a:rPr lang="fr-FR" b="1" u="sng" dirty="0">
                <a:solidFill>
                  <a:schemeClr val="accent1"/>
                </a:solidFill>
              </a:rPr>
              <a:t> in Practice: Secure Communication</a:t>
            </a:r>
            <a:endParaRPr lang="fr-FR" dirty="0"/>
          </a:p>
          <a:p>
            <a:endParaRPr lang="fr-FR" b="1" u="sng" dirty="0">
              <a:solidFill>
                <a:schemeClr val="accent2"/>
              </a:solidFill>
              <a:sym typeface="Wingdings" panose="05000000000000000000" pitchFamily="2" charset="2"/>
            </a:endParaRPr>
          </a:p>
          <a:p>
            <a:r>
              <a:rPr lang="fr-FR" dirty="0" err="1"/>
              <a:t>Establishing</a:t>
            </a:r>
            <a:r>
              <a:rPr lang="fr-FR" dirty="0"/>
              <a:t> a </a:t>
            </a:r>
            <a:r>
              <a:rPr lang="fr-FR" b="1" dirty="0" err="1">
                <a:solidFill>
                  <a:srgbClr val="FFC000"/>
                </a:solidFill>
              </a:rPr>
              <a:t>secure</a:t>
            </a:r>
            <a:r>
              <a:rPr lang="fr-FR" b="1" dirty="0">
                <a:solidFill>
                  <a:srgbClr val="FFC000"/>
                </a:solidFill>
              </a:rPr>
              <a:t> communication </a:t>
            </a:r>
            <a:r>
              <a:rPr lang="fr-FR" dirty="0" err="1"/>
              <a:t>requires</a:t>
            </a:r>
            <a:r>
              <a:rPr lang="fr-FR" dirty="0"/>
              <a:t> </a:t>
            </a:r>
            <a:r>
              <a:rPr lang="fr-FR" dirty="0" err="1"/>
              <a:t>applying</a:t>
            </a:r>
            <a:r>
              <a:rPr lang="fr-FR" dirty="0"/>
              <a:t> all the </a:t>
            </a:r>
            <a:r>
              <a:rPr lang="fr-FR" dirty="0" err="1"/>
              <a:t>previously</a:t>
            </a:r>
            <a:r>
              <a:rPr lang="fr-FR" dirty="0"/>
              <a:t> </a:t>
            </a:r>
            <a:r>
              <a:rPr lang="fr-FR" dirty="0" err="1"/>
              <a:t>shown</a:t>
            </a:r>
            <a:r>
              <a:rPr lang="fr-FR" dirty="0"/>
              <a:t> concepts:</a:t>
            </a:r>
          </a:p>
          <a:p>
            <a:pPr marL="0" indent="0">
              <a:buNone/>
            </a:pPr>
            <a:endParaRPr lang="fr-FR" dirty="0"/>
          </a:p>
          <a:p>
            <a:pPr lvl="1"/>
            <a:r>
              <a:rPr lang="fr-FR" b="1" dirty="0"/>
              <a:t>Digital Signature </a:t>
            </a:r>
            <a:r>
              <a:rPr lang="fr-FR" b="1" dirty="0" err="1"/>
              <a:t>Verification</a:t>
            </a:r>
            <a:r>
              <a:rPr lang="fr-FR" b="1" dirty="0"/>
              <a:t> </a:t>
            </a:r>
            <a:r>
              <a:rPr lang="fr-FR" dirty="0" err="1"/>
              <a:t>allows</a:t>
            </a:r>
            <a:r>
              <a:rPr lang="fr-FR" dirty="0"/>
              <a:t> to </a:t>
            </a:r>
            <a:r>
              <a:rPr lang="fr-FR" dirty="0" err="1"/>
              <a:t>verify</a:t>
            </a:r>
            <a:r>
              <a:rPr lang="fr-FR" dirty="0"/>
              <a:t> the </a:t>
            </a:r>
            <a:r>
              <a:rPr lang="fr-FR" dirty="0" err="1"/>
              <a:t>identity</a:t>
            </a:r>
            <a:r>
              <a:rPr lang="fr-FR" dirty="0"/>
              <a:t> of Alice and Bob (ECDSA).</a:t>
            </a:r>
          </a:p>
          <a:p>
            <a:pPr lvl="1"/>
            <a:r>
              <a:rPr lang="fr-FR" b="1" dirty="0"/>
              <a:t>Secure Key Exchange </a:t>
            </a:r>
            <a:r>
              <a:rPr lang="fr-FR" dirty="0"/>
              <a:t>sets the stage for </a:t>
            </a:r>
            <a:r>
              <a:rPr lang="fr-FR" dirty="0" err="1"/>
              <a:t>symmetric</a:t>
            </a:r>
            <a:r>
              <a:rPr lang="fr-FR" dirty="0"/>
              <a:t> </a:t>
            </a:r>
            <a:r>
              <a:rPr lang="fr-FR" dirty="0" err="1"/>
              <a:t>encryption</a:t>
            </a:r>
            <a:r>
              <a:rPr lang="fr-FR" dirty="0"/>
              <a:t>, by </a:t>
            </a:r>
            <a:r>
              <a:rPr lang="fr-FR" dirty="0" err="1"/>
              <a:t>generating</a:t>
            </a:r>
            <a:r>
              <a:rPr lang="fr-FR" dirty="0"/>
              <a:t> a </a:t>
            </a:r>
            <a:r>
              <a:rPr lang="fr-FR" dirty="0" err="1"/>
              <a:t>symmetric</a:t>
            </a:r>
            <a:r>
              <a:rPr lang="fr-FR" dirty="0"/>
              <a:t> </a:t>
            </a:r>
            <a:r>
              <a:rPr lang="fr-FR" dirty="0" err="1"/>
              <a:t>encryption</a:t>
            </a:r>
            <a:r>
              <a:rPr lang="fr-FR" dirty="0"/>
              <a:t> key (ECDH).</a:t>
            </a:r>
          </a:p>
          <a:p>
            <a:pPr lvl="1"/>
            <a:r>
              <a:rPr lang="fr-FR" b="1" dirty="0" err="1"/>
              <a:t>Symmetric</a:t>
            </a:r>
            <a:r>
              <a:rPr lang="fr-FR" b="1" dirty="0"/>
              <a:t> </a:t>
            </a:r>
            <a:r>
              <a:rPr lang="fr-FR" b="1" dirty="0" err="1"/>
              <a:t>Encryption</a:t>
            </a:r>
            <a:r>
              <a:rPr lang="fr-FR" b="1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where</a:t>
            </a:r>
            <a:r>
              <a:rPr lang="fr-FR" dirty="0"/>
              <a:t> the </a:t>
            </a:r>
            <a:r>
              <a:rPr lang="fr-FR" dirty="0" err="1"/>
              <a:t>actual</a:t>
            </a:r>
            <a:r>
              <a:rPr lang="fr-FR" dirty="0"/>
              <a:t> exchange of data </a:t>
            </a:r>
            <a:r>
              <a:rPr lang="fr-FR" dirty="0" err="1"/>
              <a:t>occurs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Alice and Bob (AES GCM).</a:t>
            </a:r>
          </a:p>
          <a:p>
            <a:pPr lvl="1"/>
            <a:r>
              <a:rPr lang="fr-FR" b="1" dirty="0"/>
              <a:t>Tag </a:t>
            </a:r>
            <a:r>
              <a:rPr lang="fr-FR" b="1" dirty="0" err="1"/>
              <a:t>Verification</a:t>
            </a:r>
            <a:r>
              <a:rPr lang="fr-FR" b="1" dirty="0"/>
              <a:t> </a:t>
            </a:r>
            <a:r>
              <a:rPr lang="fr-FR" dirty="0" err="1"/>
              <a:t>ensures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the </a:t>
            </a:r>
            <a:r>
              <a:rPr lang="fr-FR" dirty="0" err="1"/>
              <a:t>decrypted</a:t>
            </a:r>
            <a:r>
              <a:rPr lang="fr-FR" dirty="0"/>
              <a:t> data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truly</a:t>
            </a:r>
            <a:r>
              <a:rPr lang="fr-FR" dirty="0"/>
              <a:t> the original </a:t>
            </a:r>
            <a:r>
              <a:rPr lang="fr-FR" dirty="0" err="1"/>
              <a:t>intended</a:t>
            </a:r>
            <a:r>
              <a:rPr lang="fr-FR" dirty="0"/>
              <a:t> data (AES GCM).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Cryptography Concepts 6/6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5" name="Graphic 4" descr="Female Profile outline">
            <a:extLst>
              <a:ext uri="{FF2B5EF4-FFF2-40B4-BE49-F238E27FC236}">
                <a16:creationId xmlns:a16="http://schemas.microsoft.com/office/drawing/2014/main" id="{C713FAEA-D564-EC05-85D0-6485F30F91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83032" y="1726342"/>
            <a:ext cx="914400" cy="914400"/>
          </a:xfrm>
          <a:prstGeom prst="rect">
            <a:avLst/>
          </a:prstGeom>
        </p:spPr>
      </p:pic>
      <p:pic>
        <p:nvPicPr>
          <p:cNvPr id="6" name="Graphic 5" descr="Male profile outline">
            <a:extLst>
              <a:ext uri="{FF2B5EF4-FFF2-40B4-BE49-F238E27FC236}">
                <a16:creationId xmlns:a16="http://schemas.microsoft.com/office/drawing/2014/main" id="{070FCB4E-11D1-7C33-1848-1AED76B2D5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81294" y="1726342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83D4E2-5A94-5681-1253-F06709AEEC28}"/>
              </a:ext>
            </a:extLst>
          </p:cNvPr>
          <p:cNvSpPr txBox="1"/>
          <p:nvPr/>
        </p:nvSpPr>
        <p:spPr>
          <a:xfrm>
            <a:off x="7602279" y="2609849"/>
            <a:ext cx="157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Alice (U3)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AB0652-A5B2-B7A5-B483-73E3F963D098}"/>
              </a:ext>
            </a:extLst>
          </p:cNvPr>
          <p:cNvSpPr txBox="1"/>
          <p:nvPr/>
        </p:nvSpPr>
        <p:spPr>
          <a:xfrm>
            <a:off x="11028954" y="2609849"/>
            <a:ext cx="157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accent1"/>
                </a:solidFill>
              </a:rPr>
              <a:t>Bob (U5)</a:t>
            </a:r>
          </a:p>
        </p:txBody>
      </p:sp>
    </p:spTree>
    <p:extLst>
      <p:ext uri="{BB962C8B-B14F-4D97-AF65-F5344CB8AC3E}">
        <p14:creationId xmlns:p14="http://schemas.microsoft.com/office/powerpoint/2010/main" val="776925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0B10-1E78-42AD-B41B-13C09282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 Peripherals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D4FEC-4A2C-866E-DADD-18F7F6A6B2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EDDE45-BE76-FEDA-5CC4-EBDACA115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3" b="15959"/>
          <a:stretch/>
        </p:blipFill>
        <p:spPr bwMode="auto">
          <a:xfrm>
            <a:off x="20" y="1304925"/>
            <a:ext cx="1219198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92295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Cryptography Peripherals 1/2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0845A29C-723D-66CE-5114-039D8BD228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752048"/>
              </p:ext>
            </p:extLst>
          </p:nvPr>
        </p:nvGraphicFramePr>
        <p:xfrm>
          <a:off x="1531088" y="1824492"/>
          <a:ext cx="9824483" cy="4652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355EE93-05A9-8CEB-78A4-B6474E341EEE}"/>
              </a:ext>
            </a:extLst>
          </p:cNvPr>
          <p:cNvSpPr txBox="1"/>
          <p:nvPr/>
        </p:nvSpPr>
        <p:spPr>
          <a:xfrm>
            <a:off x="0" y="1120258"/>
            <a:ext cx="6443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accent1"/>
                </a:solidFill>
              </a:rPr>
              <a:t>Cryptography</a:t>
            </a:r>
            <a:r>
              <a:rPr lang="fr-FR" b="1" u="sng" dirty="0">
                <a:solidFill>
                  <a:schemeClr val="accent1"/>
                </a:solidFill>
              </a:rPr>
              <a:t> </a:t>
            </a:r>
            <a:r>
              <a:rPr lang="fr-FR" b="1" u="sng" dirty="0" err="1">
                <a:solidFill>
                  <a:schemeClr val="accent1"/>
                </a:solidFill>
              </a:rPr>
              <a:t>Peripherals</a:t>
            </a:r>
            <a:r>
              <a:rPr lang="fr-FR" b="1" u="sng" dirty="0">
                <a:solidFill>
                  <a:schemeClr val="accent1"/>
                </a:solidFill>
              </a:rPr>
              <a:t> in </a:t>
            </a:r>
            <a:r>
              <a:rPr lang="fr-FR" b="1" u="sng" dirty="0" err="1">
                <a:solidFill>
                  <a:schemeClr val="accent1"/>
                </a:solidFill>
              </a:rPr>
              <a:t>current</a:t>
            </a:r>
            <a:r>
              <a:rPr lang="fr-FR" b="1" u="sng" dirty="0">
                <a:solidFill>
                  <a:schemeClr val="accent1"/>
                </a:solidFill>
              </a:rPr>
              <a:t> STM32 </a:t>
            </a:r>
            <a:r>
              <a:rPr lang="fr-FR" b="1" u="sng" dirty="0" err="1">
                <a:solidFill>
                  <a:schemeClr val="accent1"/>
                </a:solidFill>
              </a:rPr>
              <a:t>products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7557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306" y="1091268"/>
            <a:ext cx="6283228" cy="523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accent1"/>
                </a:solidFill>
              </a:rPr>
              <a:t>Coupling</a:t>
            </a:r>
            <a:r>
              <a:rPr lang="fr-FR" b="1" u="sng" dirty="0">
                <a:solidFill>
                  <a:schemeClr val="accent1"/>
                </a:solidFill>
              </a:rPr>
              <a:t> and </a:t>
            </a:r>
            <a:r>
              <a:rPr lang="fr-FR" b="1" u="sng" dirty="0" err="1">
                <a:solidFill>
                  <a:schemeClr val="accent1"/>
                </a:solidFill>
              </a:rPr>
              <a:t>Chaining</a:t>
            </a:r>
            <a:r>
              <a:rPr lang="fr-FR" b="1" u="sng" dirty="0">
                <a:solidFill>
                  <a:schemeClr val="accent1"/>
                </a:solidFill>
              </a:rPr>
              <a:t> Bridge (CCB):</a:t>
            </a:r>
            <a:endParaRPr lang="fr-FR" dirty="0"/>
          </a:p>
          <a:p>
            <a:endParaRPr lang="fr-FR" b="1" u="sng" dirty="0">
              <a:solidFill>
                <a:schemeClr val="accent2"/>
              </a:solidFill>
              <a:sym typeface="Wingdings" panose="05000000000000000000" pitchFamily="2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</a:pPr>
            <a:r>
              <a:rPr lang="en-US" dirty="0"/>
              <a:t>Cryptography Peripherals 2/2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2A42E78-4FE3-4E16-9FB9-64A349BFE3FC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95154A-30CC-44A9-50D7-E398A8AD74EE}"/>
              </a:ext>
            </a:extLst>
          </p:cNvPr>
          <p:cNvSpPr txBox="1"/>
          <p:nvPr/>
        </p:nvSpPr>
        <p:spPr>
          <a:xfrm>
            <a:off x="158634" y="1756701"/>
            <a:ext cx="118919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CCB </a:t>
            </a:r>
            <a:r>
              <a:rPr lang="fr-FR" dirty="0" err="1"/>
              <a:t>is</a:t>
            </a:r>
            <a:r>
              <a:rPr lang="fr-FR" dirty="0"/>
              <a:t> an </a:t>
            </a:r>
            <a:r>
              <a:rPr lang="fr-FR" dirty="0" err="1"/>
              <a:t>evolution</a:t>
            </a:r>
            <a:r>
              <a:rPr lang="fr-FR" dirty="0"/>
              <a:t> of the Public Key Accelerator,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offers</a:t>
            </a:r>
            <a:r>
              <a:rPr lang="fr-FR" dirty="0"/>
              <a:t> </a:t>
            </a:r>
            <a:r>
              <a:rPr lang="fr-FR" dirty="0" err="1"/>
              <a:t>improved</a:t>
            </a:r>
            <a:r>
              <a:rPr lang="fr-FR" dirty="0"/>
              <a:t> </a:t>
            </a:r>
            <a:r>
              <a:rPr lang="fr-FR" dirty="0" err="1"/>
              <a:t>security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u="sng" dirty="0"/>
              <a:t>Wrapping crypto parameters</a:t>
            </a:r>
            <a:r>
              <a:rPr lang="en-US" dirty="0"/>
              <a:t> before putting them in PKA RAM, using SAES and a Derived Hardware Unique Key (</a:t>
            </a:r>
            <a:r>
              <a:rPr lang="en-US" b="1" dirty="0"/>
              <a:t>DHUK</a:t>
            </a:r>
            <a:r>
              <a:rPr lang="en-US" dirty="0"/>
              <a:t>) or a user key.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u="sng" dirty="0"/>
              <a:t>Enforcing usage of true random numbers</a:t>
            </a:r>
            <a:r>
              <a:rPr lang="en-US" dirty="0"/>
              <a:t> using RNG and removing the possibility of using external user generated random numbers , minimizing the security risks that come from bad random number choices.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08852A-BEF4-B883-06E2-983A865F4F34}"/>
              </a:ext>
            </a:extLst>
          </p:cNvPr>
          <p:cNvSpPr/>
          <p:nvPr/>
        </p:nvSpPr>
        <p:spPr>
          <a:xfrm>
            <a:off x="3572165" y="4749313"/>
            <a:ext cx="1749410" cy="1138427"/>
          </a:xfrm>
          <a:prstGeom prst="rect">
            <a:avLst/>
          </a:prstGeom>
          <a:ln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b="1" i="1" dirty="0">
                <a:solidFill>
                  <a:schemeClr val="bg1"/>
                </a:solidFill>
              </a:rPr>
              <a:t>PKA RAM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03F486-1EDB-6B08-116A-C27031B5DB15}"/>
              </a:ext>
            </a:extLst>
          </p:cNvPr>
          <p:cNvSpPr/>
          <p:nvPr/>
        </p:nvSpPr>
        <p:spPr>
          <a:xfrm>
            <a:off x="478659" y="5023887"/>
            <a:ext cx="1749410" cy="58928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CPU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3AF98C-918F-D54A-453E-BE42D9E827C2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>
            <a:off x="2228069" y="5318527"/>
            <a:ext cx="1344096" cy="0"/>
          </a:xfrm>
          <a:prstGeom prst="straightConnector1">
            <a:avLst/>
          </a:prstGeom>
          <a:ln w="5715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78F687A-4AC1-B3E3-4B0B-EB63D0009C74}"/>
              </a:ext>
            </a:extLst>
          </p:cNvPr>
          <p:cNvSpPr txBox="1"/>
          <p:nvPr/>
        </p:nvSpPr>
        <p:spPr>
          <a:xfrm>
            <a:off x="2265706" y="5388093"/>
            <a:ext cx="1519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accent2"/>
                </a:solidFill>
              </a:rPr>
              <a:t>Asymmetric Crypto Parameters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2105D8-E9F9-0D8D-8DE5-C1B6A0666AF8}"/>
              </a:ext>
            </a:extLst>
          </p:cNvPr>
          <p:cNvSpPr/>
          <p:nvPr/>
        </p:nvSpPr>
        <p:spPr>
          <a:xfrm>
            <a:off x="6144005" y="5197407"/>
            <a:ext cx="1749410" cy="58928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CPU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DB6262-65D6-B85A-C5D1-65E076028285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7893415" y="5492047"/>
            <a:ext cx="568924" cy="0"/>
          </a:xfrm>
          <a:prstGeom prst="straightConnector1">
            <a:avLst/>
          </a:prstGeom>
          <a:ln w="5715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B2590BB-9A5C-BB23-2FC4-1A7CE31F3A9E}"/>
              </a:ext>
            </a:extLst>
          </p:cNvPr>
          <p:cNvSpPr txBox="1"/>
          <p:nvPr/>
        </p:nvSpPr>
        <p:spPr>
          <a:xfrm>
            <a:off x="7765090" y="5837218"/>
            <a:ext cx="1188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2"/>
                </a:solidFill>
              </a:rPr>
              <a:t>Asymmetric Crypto Parameters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DFE1CF9-AF28-CD6C-DF6E-24C5B2601256}"/>
              </a:ext>
            </a:extLst>
          </p:cNvPr>
          <p:cNvCxnSpPr/>
          <p:nvPr/>
        </p:nvCxnSpPr>
        <p:spPr>
          <a:xfrm>
            <a:off x="5922336" y="4177185"/>
            <a:ext cx="0" cy="2668772"/>
          </a:xfrm>
          <a:prstGeom prst="line">
            <a:avLst/>
          </a:prstGeom>
          <a:ln w="76200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48062E7-E22D-FAAD-D912-B7000C29E594}"/>
              </a:ext>
            </a:extLst>
          </p:cNvPr>
          <p:cNvSpPr/>
          <p:nvPr/>
        </p:nvSpPr>
        <p:spPr>
          <a:xfrm>
            <a:off x="10395315" y="4922833"/>
            <a:ext cx="1749410" cy="1138427"/>
          </a:xfrm>
          <a:prstGeom prst="rect">
            <a:avLst/>
          </a:prstGeom>
          <a:ln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b="1" i="1" dirty="0">
                <a:solidFill>
                  <a:schemeClr val="bg1"/>
                </a:solidFill>
              </a:rPr>
              <a:t>PKA RAM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9E1D46-9E45-501C-33B7-A3BEED36BFBE}"/>
              </a:ext>
            </a:extLst>
          </p:cNvPr>
          <p:cNvSpPr/>
          <p:nvPr/>
        </p:nvSpPr>
        <p:spPr>
          <a:xfrm>
            <a:off x="8482405" y="5197407"/>
            <a:ext cx="1295817" cy="58928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b="1" i="1" dirty="0">
                <a:solidFill>
                  <a:schemeClr val="tx1"/>
                </a:solidFill>
              </a:rPr>
              <a:t>SAES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DFC06A2-2C55-A5CC-9C55-887370994C03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>
            <a:off x="9778222" y="5492047"/>
            <a:ext cx="617093" cy="0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5AA3052-F7F2-02E4-822F-1C0D20411349}"/>
              </a:ext>
            </a:extLst>
          </p:cNvPr>
          <p:cNvSpPr/>
          <p:nvPr/>
        </p:nvSpPr>
        <p:spPr>
          <a:xfrm>
            <a:off x="6284909" y="4405048"/>
            <a:ext cx="1295817" cy="58928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b="1" i="1" dirty="0">
                <a:solidFill>
                  <a:schemeClr val="tx1"/>
                </a:solidFill>
              </a:rPr>
              <a:t>RNG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14FA237-CBED-E84C-4CBF-579997C7843A}"/>
              </a:ext>
            </a:extLst>
          </p:cNvPr>
          <p:cNvCxnSpPr>
            <a:cxnSpLocks/>
          </p:cNvCxnSpPr>
          <p:nvPr/>
        </p:nvCxnSpPr>
        <p:spPr>
          <a:xfrm>
            <a:off x="7580726" y="4749313"/>
            <a:ext cx="901679" cy="569214"/>
          </a:xfrm>
          <a:prstGeom prst="straightConnector1">
            <a:avLst/>
          </a:prstGeom>
          <a:ln w="5715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1BD38A7-C43B-DDBB-AC4C-46F3AEF31D45}"/>
              </a:ext>
            </a:extLst>
          </p:cNvPr>
          <p:cNvSpPr txBox="1"/>
          <p:nvPr/>
        </p:nvSpPr>
        <p:spPr>
          <a:xfrm>
            <a:off x="7795632" y="4158792"/>
            <a:ext cx="1188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2"/>
                </a:solidFill>
              </a:rPr>
              <a:t>Randomly Generated Crypto Parameters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83B6BA-5332-A556-32CE-7D638E41343E}"/>
              </a:ext>
            </a:extLst>
          </p:cNvPr>
          <p:cNvSpPr txBox="1"/>
          <p:nvPr/>
        </p:nvSpPr>
        <p:spPr>
          <a:xfrm>
            <a:off x="9570577" y="5786687"/>
            <a:ext cx="1188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</a:rPr>
              <a:t>Wrapped Crypto Parameters</a:t>
            </a:r>
          </a:p>
        </p:txBody>
      </p:sp>
      <p:pic>
        <p:nvPicPr>
          <p:cNvPr id="52" name="Graphic 51" descr="Male profile outline">
            <a:extLst>
              <a:ext uri="{FF2B5EF4-FFF2-40B4-BE49-F238E27FC236}">
                <a16:creationId xmlns:a16="http://schemas.microsoft.com/office/drawing/2014/main" id="{87CCC74B-3563-029B-39AB-764349849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4947" y="4009446"/>
            <a:ext cx="659794" cy="65979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DC2F342-6315-175C-220D-F5BF027F5C02}"/>
              </a:ext>
            </a:extLst>
          </p:cNvPr>
          <p:cNvSpPr txBox="1"/>
          <p:nvPr/>
        </p:nvSpPr>
        <p:spPr>
          <a:xfrm>
            <a:off x="3093866" y="4219536"/>
            <a:ext cx="134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accent1"/>
                </a:solidFill>
              </a:rPr>
              <a:t>Bob (U5)</a:t>
            </a:r>
          </a:p>
        </p:txBody>
      </p:sp>
      <p:pic>
        <p:nvPicPr>
          <p:cNvPr id="54" name="Graphic 53" descr="Female Profile outline">
            <a:extLst>
              <a:ext uri="{FF2B5EF4-FFF2-40B4-BE49-F238E27FC236}">
                <a16:creationId xmlns:a16="http://schemas.microsoft.com/office/drawing/2014/main" id="{3EAD7902-16EB-F856-F2E4-A69A883D64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7835" y="3858481"/>
            <a:ext cx="730387" cy="73038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7D3E9AD-161E-92E8-B7E4-98DB535C4138}"/>
              </a:ext>
            </a:extLst>
          </p:cNvPr>
          <p:cNvSpPr txBox="1"/>
          <p:nvPr/>
        </p:nvSpPr>
        <p:spPr>
          <a:xfrm>
            <a:off x="9842031" y="4042584"/>
            <a:ext cx="132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Alice (U3)</a:t>
            </a:r>
          </a:p>
        </p:txBody>
      </p:sp>
    </p:spTree>
    <p:extLst>
      <p:ext uri="{BB962C8B-B14F-4D97-AF65-F5344CB8AC3E}">
        <p14:creationId xmlns:p14="http://schemas.microsoft.com/office/powerpoint/2010/main" val="4181886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0B10-1E78-42AD-B41B-13C09282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Showcase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D4FEC-4A2C-866E-DADD-18F7F6A6B2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EDDE45-BE76-FEDA-5CC4-EBDACA115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3" b="15959"/>
          <a:stretch/>
        </p:blipFill>
        <p:spPr bwMode="auto">
          <a:xfrm>
            <a:off x="20" y="1304925"/>
            <a:ext cx="1219198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7107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0B10-1E78-42AD-B41B-13C09282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Prospects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D4FEC-4A2C-866E-DADD-18F7F6A6B2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EDDE45-BE76-FEDA-5CC4-EBDACA115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3" b="15959"/>
          <a:stretch/>
        </p:blipFill>
        <p:spPr bwMode="auto">
          <a:xfrm>
            <a:off x="20" y="1304925"/>
            <a:ext cx="1219198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78852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ACC034-C464-176E-DABA-E9D4D630D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this project was to create a comprehensive yet accessible guide for customers interested in adopting the new “Coupling and Chaining Bridge” cryptography peripheral developed by STMicroelectronics.</a:t>
            </a:r>
          </a:p>
          <a:p>
            <a:r>
              <a:rPr lang="en-US" dirty="0"/>
              <a:t>We managed to establish a secure communication line between two STM32 boards, showcasing the new features offered by the CCB peripheral compared to its predecessors.</a:t>
            </a:r>
          </a:p>
          <a:p>
            <a:r>
              <a:rPr lang="en-US" dirty="0"/>
              <a:t>This was an opportunity to discover and implement modern cryptography techniques on state-of-the-art hardware.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2A7C10-5B57-7DF9-C4AB-222CE529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22461-5614-8ABB-8E28-77A47698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64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ACC034-C464-176E-DABA-E9D4D630D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different types of possible attacks and figure out how the possible vulnerabilities of the CCB peripheral so that they may be improved.</a:t>
            </a:r>
          </a:p>
          <a:p>
            <a:r>
              <a:rPr lang="en-US" dirty="0"/>
              <a:t>Add more cryptography techniques such as key derivation functions and increase the message transfer size.</a:t>
            </a:r>
          </a:p>
          <a:p>
            <a:r>
              <a:rPr lang="en-US" dirty="0"/>
              <a:t>Design different use cases for the CCB peripheral aiming for things other than secure communication (secure key management, secure boot, secure firmware update…)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2A7C10-5B57-7DF9-C4AB-222CE529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22461-5614-8ABB-8E28-77A47698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57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25EF2C-D7C9-A993-4B9C-8CD622BF33EA}"/>
              </a:ext>
            </a:extLst>
          </p:cNvPr>
          <p:cNvSpPr txBox="1"/>
          <p:nvPr/>
        </p:nvSpPr>
        <p:spPr>
          <a:xfrm>
            <a:off x="1430482" y="1843795"/>
            <a:ext cx="9331035" cy="23083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 for your attention</a:t>
            </a:r>
            <a:endParaRPr lang="fr-FR" sz="72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02143F-9409-4487-BFB4-81FD524CA48C}"/>
              </a:ext>
            </a:extLst>
          </p:cNvPr>
          <p:cNvSpPr/>
          <p:nvPr/>
        </p:nvSpPr>
        <p:spPr>
          <a:xfrm>
            <a:off x="282102" y="5758775"/>
            <a:ext cx="9795753" cy="875489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fr-FR" dirty="0" err="1"/>
          </a:p>
        </p:txBody>
      </p:sp>
    </p:spTree>
    <p:extLst>
      <p:ext uri="{BB962C8B-B14F-4D97-AF65-F5344CB8AC3E}">
        <p14:creationId xmlns:p14="http://schemas.microsoft.com/office/powerpoint/2010/main" val="5052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0DD897-71D4-4CA9-D83F-AB044A713F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https://securelist.com/iot-threat-report-2023/110644/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44268-F72F-6EC9-4079-7BD767AD44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57F115-3824-9FBC-0053-62BB765D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3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272AEFC7-3A0E-AA3F-117A-66E09C090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3"/>
          <a:stretch/>
        </p:blipFill>
        <p:spPr>
          <a:xfrm>
            <a:off x="1447800" y="1304924"/>
            <a:ext cx="9296400" cy="5294639"/>
          </a:xfr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D0C52B55-56F7-1D07-5B3C-17317752C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Symmetric vs Asymmetric Speed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80289F-23B7-64B2-BC51-FFB426A183EF}"/>
              </a:ext>
            </a:extLst>
          </p:cNvPr>
          <p:cNvSpPr/>
          <p:nvPr/>
        </p:nvSpPr>
        <p:spPr>
          <a:xfrm>
            <a:off x="1607819" y="3810002"/>
            <a:ext cx="8600441" cy="761997"/>
          </a:xfrm>
          <a:prstGeom prst="rect">
            <a:avLst/>
          </a:prstGeom>
          <a:noFill/>
          <a:ln w="57150">
            <a:solidFill>
              <a:schemeClr val="accent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92CB1-55BC-48AB-4101-E84EBC32ABBC}"/>
              </a:ext>
            </a:extLst>
          </p:cNvPr>
          <p:cNvSpPr/>
          <p:nvPr/>
        </p:nvSpPr>
        <p:spPr>
          <a:xfrm>
            <a:off x="1607820" y="2249804"/>
            <a:ext cx="8582660" cy="1489076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BB506-3589-B8F0-8961-B09E765504CB}"/>
              </a:ext>
            </a:extLst>
          </p:cNvPr>
          <p:cNvSpPr txBox="1"/>
          <p:nvPr/>
        </p:nvSpPr>
        <p:spPr>
          <a:xfrm>
            <a:off x="140016" y="2809676"/>
            <a:ext cx="146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</a:rPr>
              <a:t>Symmetric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3E42D-3971-6C24-14A4-9FEB1A33DB09}"/>
              </a:ext>
            </a:extLst>
          </p:cNvPr>
          <p:cNvSpPr txBox="1"/>
          <p:nvPr/>
        </p:nvSpPr>
        <p:spPr>
          <a:xfrm>
            <a:off x="140017" y="3991890"/>
            <a:ext cx="146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Asymmetric</a:t>
            </a:r>
          </a:p>
        </p:txBody>
      </p:sp>
    </p:spTree>
    <p:extLst>
      <p:ext uri="{BB962C8B-B14F-4D97-AF65-F5344CB8AC3E}">
        <p14:creationId xmlns:p14="http://schemas.microsoft.com/office/powerpoint/2010/main" val="61330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A8E251-654B-A436-310C-59231B58D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6273" y="1272965"/>
            <a:ext cx="9616685" cy="431206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1D972C7-9701-D557-D4F4-8697826A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 Suites</a:t>
            </a:r>
          </a:p>
        </p:txBody>
      </p:sp>
    </p:spTree>
    <p:extLst>
      <p:ext uri="{BB962C8B-B14F-4D97-AF65-F5344CB8AC3E}">
        <p14:creationId xmlns:p14="http://schemas.microsoft.com/office/powerpoint/2010/main" val="223126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FC7B26-1847-B7AF-152F-7978224B1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7" y="1484313"/>
            <a:ext cx="5719763" cy="4608512"/>
          </a:xfrm>
        </p:spPr>
        <p:txBody>
          <a:bodyPr>
            <a:normAutofit/>
          </a:bodyPr>
          <a:lstStyle/>
          <a:p>
            <a:r>
              <a:rPr lang="en-US" dirty="0"/>
              <a:t>ECC Scalar Multiplication :</a:t>
            </a:r>
          </a:p>
          <a:p>
            <a:pPr lvl="1"/>
            <a:r>
              <a:rPr lang="en-US" sz="2400" dirty="0"/>
              <a:t>We draw the tangent of the point we want to multiply</a:t>
            </a:r>
          </a:p>
          <a:p>
            <a:pPr lvl="1"/>
            <a:r>
              <a:rPr lang="en-US" sz="2400" dirty="0"/>
              <a:t>We find the intersection of this tangent with the elliptic curve</a:t>
            </a:r>
          </a:p>
          <a:p>
            <a:pPr lvl="1"/>
            <a:r>
              <a:rPr lang="en-US" sz="2400" dirty="0"/>
              <a:t>We find the symmetric of this point which will be on the curve</a:t>
            </a:r>
          </a:p>
          <a:p>
            <a:r>
              <a:rPr lang="en-US" b="1" dirty="0"/>
              <a:t>The complexity of this operation is what makes it very difficult to reverse.</a:t>
            </a:r>
          </a:p>
        </p:txBody>
      </p:sp>
      <p:pic>
        <p:nvPicPr>
          <p:cNvPr id="1030" name="Picture 6" descr="The multiplication in the elliptic curve | Download Scientific Diagram">
            <a:extLst>
              <a:ext uri="{FF2B5EF4-FFF2-40B4-BE49-F238E27FC236}">
                <a16:creationId xmlns:a16="http://schemas.microsoft.com/office/drawing/2014/main" id="{4B2523EA-7E57-30F6-C227-8526B2CBC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2185" y="1484313"/>
            <a:ext cx="4588029" cy="460851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FC17F79-87D0-1FD1-7476-DBBB066E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>
            <a:normAutofit/>
          </a:bodyPr>
          <a:lstStyle/>
          <a:p>
            <a:r>
              <a:rPr lang="fr-FR" dirty="0" err="1"/>
              <a:t>Elliptic</a:t>
            </a:r>
            <a:r>
              <a:rPr lang="fr-FR" dirty="0"/>
              <a:t> </a:t>
            </a:r>
            <a:r>
              <a:rPr lang="fr-FR" dirty="0" err="1"/>
              <a:t>Curve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r>
              <a:rPr lang="fr-FR" dirty="0"/>
              <a:t> (ECC)</a:t>
            </a:r>
            <a:endParaRPr lang="en-US" dirty="0"/>
          </a:p>
        </p:txBody>
      </p:sp>
      <p:pic>
        <p:nvPicPr>
          <p:cNvPr id="1032" name="Picture 8" descr="What is Public-Key Cryptography? - PKC | Horizen Academy">
            <a:extLst>
              <a:ext uri="{FF2B5EF4-FFF2-40B4-BE49-F238E27FC236}">
                <a16:creationId xmlns:a16="http://schemas.microsoft.com/office/drawing/2014/main" id="{A557DBF2-FB59-FFCB-4BF5-BE7B1F761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" y="1349375"/>
            <a:ext cx="5600287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897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3AD6D4-38C0-5823-71E8-7C6D920B28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1" t="931"/>
          <a:stretch/>
        </p:blipFill>
        <p:spPr>
          <a:xfrm>
            <a:off x="1446187" y="919578"/>
            <a:ext cx="9299626" cy="5018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279175-9583-CADD-F14E-CB9AA46C2E03}"/>
              </a:ext>
            </a:extLst>
          </p:cNvPr>
          <p:cNvSpPr txBox="1"/>
          <p:nvPr/>
        </p:nvSpPr>
        <p:spPr>
          <a:xfrm>
            <a:off x="88213" y="91440"/>
            <a:ext cx="343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Taken From ST Security MOOC</a:t>
            </a:r>
          </a:p>
        </p:txBody>
      </p:sp>
    </p:spTree>
    <p:extLst>
      <p:ext uri="{BB962C8B-B14F-4D97-AF65-F5344CB8AC3E}">
        <p14:creationId xmlns:p14="http://schemas.microsoft.com/office/powerpoint/2010/main" val="2637365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3279175-9583-CADD-F14E-CB9AA46C2E03}"/>
              </a:ext>
            </a:extLst>
          </p:cNvPr>
          <p:cNvSpPr txBox="1"/>
          <p:nvPr/>
        </p:nvSpPr>
        <p:spPr>
          <a:xfrm>
            <a:off x="88213" y="91440"/>
            <a:ext cx="343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Taken From ST Security MOOC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A34123DD-F6EB-1AF5-F482-6D438F59D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64" r="723"/>
          <a:stretch/>
        </p:blipFill>
        <p:spPr>
          <a:xfrm>
            <a:off x="1244804" y="714299"/>
            <a:ext cx="9702391" cy="5429402"/>
          </a:xfrm>
        </p:spPr>
      </p:pic>
    </p:spTree>
    <p:extLst>
      <p:ext uri="{BB962C8B-B14F-4D97-AF65-F5344CB8AC3E}">
        <p14:creationId xmlns:p14="http://schemas.microsoft.com/office/powerpoint/2010/main" val="1436059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E69DBF-9ECB-5A9D-873B-F27E49AF6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ECDSA Signature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14C5B-2347-8C26-AC56-87E4D2482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166" y="1390649"/>
            <a:ext cx="7962900" cy="503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9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6DC38822-1CF7-7964-6FE0-332166D0B743}"/>
              </a:ext>
            </a:extLst>
          </p:cNvPr>
          <p:cNvSpPr/>
          <p:nvPr/>
        </p:nvSpPr>
        <p:spPr>
          <a:xfrm>
            <a:off x="3477261" y="2743812"/>
            <a:ext cx="4112257" cy="288893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r">
              <a:buClr>
                <a:schemeClr val="bg1"/>
              </a:buClr>
            </a:pPr>
            <a:r>
              <a:rPr lang="en-US" b="1" i="1" dirty="0">
                <a:solidFill>
                  <a:schemeClr val="tx1"/>
                </a:solidFill>
              </a:rPr>
              <a:t>SAES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F0FDAC-AEFB-72F3-6D42-4DB515EE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60" y="280653"/>
            <a:ext cx="11801321" cy="1304925"/>
          </a:xfrm>
        </p:spPr>
        <p:txBody>
          <a:bodyPr/>
          <a:lstStyle/>
          <a:p>
            <a:r>
              <a:rPr lang="en-US" dirty="0"/>
              <a:t>Wrapping Crypto Parameters (Writing to PKA RAM) using CCB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84EA6-D7A7-9EBB-23F9-D50B5DBE60E7}"/>
              </a:ext>
            </a:extLst>
          </p:cNvPr>
          <p:cNvSpPr/>
          <p:nvPr/>
        </p:nvSpPr>
        <p:spPr>
          <a:xfrm>
            <a:off x="4236720" y="2743811"/>
            <a:ext cx="2509520" cy="5892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SAES_DINR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EFBE51-24F4-93D2-9363-FB2F52F43495}"/>
              </a:ext>
            </a:extLst>
          </p:cNvPr>
          <p:cNvSpPr/>
          <p:nvPr/>
        </p:nvSpPr>
        <p:spPr>
          <a:xfrm>
            <a:off x="3484880" y="3878460"/>
            <a:ext cx="4013200" cy="58928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AES GCM Encryption = Key + IV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F0C6A4-5751-A500-56C1-1E7DE03565D5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491480" y="2017807"/>
            <a:ext cx="0" cy="726004"/>
          </a:xfrm>
          <a:prstGeom prst="straightConnector1">
            <a:avLst/>
          </a:prstGeom>
          <a:ln w="5715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516F585-4DB9-88BE-CF43-CD9E5EC1D68C}"/>
              </a:ext>
            </a:extLst>
          </p:cNvPr>
          <p:cNvSpPr txBox="1"/>
          <p:nvPr/>
        </p:nvSpPr>
        <p:spPr>
          <a:xfrm>
            <a:off x="2809557" y="2117545"/>
            <a:ext cx="4885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accent2"/>
                </a:solidFill>
              </a:rPr>
              <a:t>Asymmetric Crypto Parameters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26C189-9F2B-FE29-9BBE-13BD503CBB9B}"/>
              </a:ext>
            </a:extLst>
          </p:cNvPr>
          <p:cNvSpPr/>
          <p:nvPr/>
        </p:nvSpPr>
        <p:spPr>
          <a:xfrm>
            <a:off x="4236720" y="1428527"/>
            <a:ext cx="2509520" cy="58928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CPU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AECAE8-B2CE-A7AD-CD4C-4A440319CFF3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5491480" y="3333091"/>
            <a:ext cx="15240" cy="545369"/>
          </a:xfrm>
          <a:prstGeom prst="straightConnector1">
            <a:avLst/>
          </a:prstGeom>
          <a:ln w="57150">
            <a:solidFill>
              <a:schemeClr val="tx1"/>
            </a:solidFill>
            <a:prstDash val="lgDash"/>
            <a:headEnd type="none" w="lg" len="lg"/>
            <a:tailEnd type="triangle"/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C3055BD-C37E-FBEB-2BA3-31E37212D6E2}"/>
              </a:ext>
            </a:extLst>
          </p:cNvPr>
          <p:cNvSpPr/>
          <p:nvPr/>
        </p:nvSpPr>
        <p:spPr>
          <a:xfrm>
            <a:off x="4236720" y="5043466"/>
            <a:ext cx="2509520" cy="589280"/>
          </a:xfrm>
          <a:prstGeom prst="rect">
            <a:avLst/>
          </a:prstGeom>
          <a:ln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SAES_DOUTR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4E0D537-D7B5-4D0F-F621-C9A28C19841F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491480" y="4423829"/>
            <a:ext cx="0" cy="619637"/>
          </a:xfrm>
          <a:prstGeom prst="straightConnector1">
            <a:avLst/>
          </a:prstGeom>
          <a:ln w="57150">
            <a:solidFill>
              <a:schemeClr val="tx1"/>
            </a:solidFill>
            <a:prstDash val="lgDash"/>
            <a:headEnd type="none" w="lg" len="lg"/>
            <a:tailEnd type="triangle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0A753C9-691C-E133-C976-D60306F24EA2}"/>
              </a:ext>
            </a:extLst>
          </p:cNvPr>
          <p:cNvCxnSpPr>
            <a:cxnSpLocks/>
            <a:stCxn id="22" idx="2"/>
            <a:endCxn id="27" idx="2"/>
          </p:cNvCxnSpPr>
          <p:nvPr/>
        </p:nvCxnSpPr>
        <p:spPr>
          <a:xfrm rot="5400000" flipH="1" flipV="1">
            <a:off x="7814261" y="3193061"/>
            <a:ext cx="116903" cy="4762467"/>
          </a:xfrm>
          <a:prstGeom prst="bentConnector3">
            <a:avLst>
              <a:gd name="adj1" fmla="val -195547"/>
            </a:avLst>
          </a:prstGeom>
          <a:ln w="57150">
            <a:solidFill>
              <a:schemeClr val="accent2"/>
            </a:solidFill>
            <a:headEnd type="none" w="lg" len="lg"/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0FE4D33-9F7B-AB2F-AB3C-8FCBB3694183}"/>
              </a:ext>
            </a:extLst>
          </p:cNvPr>
          <p:cNvSpPr/>
          <p:nvPr/>
        </p:nvSpPr>
        <p:spPr>
          <a:xfrm>
            <a:off x="8553852" y="2228736"/>
            <a:ext cx="3400190" cy="3287107"/>
          </a:xfrm>
          <a:prstGeom prst="rect">
            <a:avLst/>
          </a:prstGeom>
          <a:ln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r">
              <a:buClr>
                <a:schemeClr val="bg1"/>
              </a:buClr>
            </a:pPr>
            <a:r>
              <a:rPr lang="en-US" b="1" i="1" dirty="0">
                <a:solidFill>
                  <a:schemeClr val="bg1"/>
                </a:solidFill>
              </a:rPr>
              <a:t>PKA RAM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E15D77-B8C7-DAAD-5BBF-85A9A44FDF67}"/>
              </a:ext>
            </a:extLst>
          </p:cNvPr>
          <p:cNvSpPr/>
          <p:nvPr/>
        </p:nvSpPr>
        <p:spPr>
          <a:xfrm>
            <a:off x="8569092" y="2228736"/>
            <a:ext cx="3384949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Crypto_param1_address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14380A-4C66-7184-7A88-2F635AE33CEE}"/>
              </a:ext>
            </a:extLst>
          </p:cNvPr>
          <p:cNvSpPr/>
          <p:nvPr/>
        </p:nvSpPr>
        <p:spPr>
          <a:xfrm>
            <a:off x="8553852" y="2761200"/>
            <a:ext cx="3384950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Crypto_param2_address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4CF812-0D2B-8619-8806-70AF9FA64994}"/>
              </a:ext>
            </a:extLst>
          </p:cNvPr>
          <p:cNvSpPr/>
          <p:nvPr/>
        </p:nvSpPr>
        <p:spPr>
          <a:xfrm>
            <a:off x="8553852" y="3306182"/>
            <a:ext cx="3369710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Crypto_param3_address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B2AB44-5707-8BF6-2992-75D7B6EDEDFD}"/>
              </a:ext>
            </a:extLst>
          </p:cNvPr>
          <p:cNvSpPr/>
          <p:nvPr/>
        </p:nvSpPr>
        <p:spPr>
          <a:xfrm>
            <a:off x="8569091" y="3857208"/>
            <a:ext cx="3384951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Crypto_param4_address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740B59-9069-1CFB-0106-8C990458A88C}"/>
              </a:ext>
            </a:extLst>
          </p:cNvPr>
          <p:cNvSpPr/>
          <p:nvPr/>
        </p:nvSpPr>
        <p:spPr>
          <a:xfrm>
            <a:off x="8569091" y="4419835"/>
            <a:ext cx="3400190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Crypto_param5_address</a:t>
            </a:r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DB6EBBA-027A-604C-7203-6A7BF5C7D1E3}"/>
              </a:ext>
            </a:extLst>
          </p:cNvPr>
          <p:cNvCxnSpPr>
            <a:cxnSpLocks/>
          </p:cNvCxnSpPr>
          <p:nvPr/>
        </p:nvCxnSpPr>
        <p:spPr>
          <a:xfrm>
            <a:off x="1789035" y="6400800"/>
            <a:ext cx="476645" cy="0"/>
          </a:xfrm>
          <a:prstGeom prst="straightConnector1">
            <a:avLst/>
          </a:prstGeom>
          <a:ln w="5715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474D667-BEFB-7C0B-C34F-F76BB7120C54}"/>
              </a:ext>
            </a:extLst>
          </p:cNvPr>
          <p:cNvSpPr txBox="1"/>
          <p:nvPr/>
        </p:nvSpPr>
        <p:spPr>
          <a:xfrm>
            <a:off x="2240280" y="6228728"/>
            <a:ext cx="1996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accent2"/>
                </a:solidFill>
              </a:rPr>
              <a:t>Readable Cleartext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C098B30-015C-7614-A2BC-42073933BC19}"/>
              </a:ext>
            </a:extLst>
          </p:cNvPr>
          <p:cNvCxnSpPr>
            <a:cxnSpLocks/>
          </p:cNvCxnSpPr>
          <p:nvPr/>
        </p:nvCxnSpPr>
        <p:spPr>
          <a:xfrm>
            <a:off x="4124960" y="6400800"/>
            <a:ext cx="476645" cy="0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lg" len="lg"/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456EDEC-463E-C0B1-F4AE-C6D72C66A4EF}"/>
              </a:ext>
            </a:extLst>
          </p:cNvPr>
          <p:cNvSpPr txBox="1"/>
          <p:nvPr/>
        </p:nvSpPr>
        <p:spPr>
          <a:xfrm>
            <a:off x="4687965" y="6228727"/>
            <a:ext cx="1996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accent2"/>
                </a:solidFill>
              </a:rPr>
              <a:t>Readable Encrypted 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05D899B-D84E-2274-BC5E-AD7D74507D9A}"/>
              </a:ext>
            </a:extLst>
          </p:cNvPr>
          <p:cNvCxnSpPr>
            <a:cxnSpLocks/>
          </p:cNvCxnSpPr>
          <p:nvPr/>
        </p:nvCxnSpPr>
        <p:spPr>
          <a:xfrm>
            <a:off x="6562485" y="6400800"/>
            <a:ext cx="476645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CE858D9-87B0-58E0-91B7-50317B0D3992}"/>
              </a:ext>
            </a:extLst>
          </p:cNvPr>
          <p:cNvSpPr txBox="1"/>
          <p:nvPr/>
        </p:nvSpPr>
        <p:spPr>
          <a:xfrm>
            <a:off x="7135650" y="6228726"/>
            <a:ext cx="1996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Non-Readable Cleartext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8052993-FDF4-CD08-7444-5112D47493EC}"/>
              </a:ext>
            </a:extLst>
          </p:cNvPr>
          <p:cNvCxnSpPr>
            <a:cxnSpLocks/>
          </p:cNvCxnSpPr>
          <p:nvPr/>
        </p:nvCxnSpPr>
        <p:spPr>
          <a:xfrm>
            <a:off x="8655445" y="6400800"/>
            <a:ext cx="476645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lg" len="lg"/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DC43F79-4254-DD5E-6BBB-120331482570}"/>
              </a:ext>
            </a:extLst>
          </p:cNvPr>
          <p:cNvSpPr txBox="1"/>
          <p:nvPr/>
        </p:nvSpPr>
        <p:spPr>
          <a:xfrm>
            <a:off x="9193095" y="6246911"/>
            <a:ext cx="1996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Non-Readable Encrypted Text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E562090B-F956-D12A-CBD0-8E917E02539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45820" y="2647333"/>
            <a:ext cx="732797" cy="1930083"/>
          </a:xfrm>
          <a:prstGeom prst="bentConnector2">
            <a:avLst/>
          </a:prstGeom>
          <a:ln w="57150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55D1442C-15A6-5ABF-825A-A8BF55AFD1FA}"/>
              </a:ext>
            </a:extLst>
          </p:cNvPr>
          <p:cNvSpPr/>
          <p:nvPr/>
        </p:nvSpPr>
        <p:spPr>
          <a:xfrm>
            <a:off x="300037" y="2851023"/>
            <a:ext cx="2509520" cy="58928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RNG_DR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BF2F75-7308-A74A-2AA4-7347695BCB93}"/>
              </a:ext>
            </a:extLst>
          </p:cNvPr>
          <p:cNvSpPr txBox="1"/>
          <p:nvPr/>
        </p:nvSpPr>
        <p:spPr>
          <a:xfrm>
            <a:off x="237958" y="3535590"/>
            <a:ext cx="14819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accent2"/>
                </a:solidFill>
              </a:rPr>
              <a:t>96-bit Initialization Vector (IV) </a:t>
            </a:r>
          </a:p>
          <a:p>
            <a:pPr algn="l"/>
            <a:endParaRPr lang="en-US" sz="1400" dirty="0"/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130224C-7646-E676-2158-36E90732608A}"/>
              </a:ext>
            </a:extLst>
          </p:cNvPr>
          <p:cNvCxnSpPr>
            <a:cxnSpLocks/>
            <a:stCxn id="78" idx="0"/>
          </p:cNvCxnSpPr>
          <p:nvPr/>
        </p:nvCxnSpPr>
        <p:spPr>
          <a:xfrm rot="5400000" flipH="1" flipV="1">
            <a:off x="2320504" y="3661858"/>
            <a:ext cx="488838" cy="1855468"/>
          </a:xfrm>
          <a:prstGeom prst="bentConnector2">
            <a:avLst/>
          </a:prstGeom>
          <a:ln w="57150">
            <a:solidFill>
              <a:srgbClr val="00206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F84A81F7-5FF2-CF8E-6D72-610012596CA4}"/>
              </a:ext>
            </a:extLst>
          </p:cNvPr>
          <p:cNvSpPr/>
          <p:nvPr/>
        </p:nvSpPr>
        <p:spPr>
          <a:xfrm>
            <a:off x="292417" y="4834011"/>
            <a:ext cx="2689544" cy="12590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Wrapping Key </a:t>
            </a:r>
          </a:p>
          <a:p>
            <a:pPr algn="ctr">
              <a:buClr>
                <a:schemeClr val="bg1"/>
              </a:buClr>
            </a:pPr>
            <a:r>
              <a:rPr lang="en-US" dirty="0"/>
              <a:t>(Can be DHUK or a user key)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90B291-D227-BDCE-91C5-243B9DCE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29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F670A8-4109-AC2B-F391-492CE0F3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CCB/Crypton Description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3894B-E11D-2A72-4205-F5732E751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798" y="1410970"/>
            <a:ext cx="11591925" cy="1012824"/>
          </a:xfrm>
        </p:spPr>
        <p:txBody>
          <a:bodyPr/>
          <a:lstStyle/>
          <a:p>
            <a:r>
              <a:rPr lang="en-US" dirty="0"/>
              <a:t>CCB makes PKA operations more secure using SAES and RNG</a:t>
            </a:r>
          </a:p>
          <a:p>
            <a:r>
              <a:rPr lang="en-US" dirty="0"/>
              <a:t>But what does “more secure” mean?</a:t>
            </a:r>
          </a:p>
          <a:p>
            <a:r>
              <a:rPr lang="en-US" dirty="0"/>
              <a:t>The added security provided by the CCB comes mainly from </a:t>
            </a:r>
            <a:r>
              <a:rPr lang="en-US" b="1" dirty="0"/>
              <a:t>2</a:t>
            </a:r>
            <a:r>
              <a:rPr lang="en-US" dirty="0"/>
              <a:t> things:</a:t>
            </a:r>
          </a:p>
          <a:p>
            <a:pPr lvl="1"/>
            <a:r>
              <a:rPr lang="en-US" b="1" u="sng" dirty="0"/>
              <a:t>Wrapping crypto parameters </a:t>
            </a:r>
            <a:r>
              <a:rPr lang="en-US" dirty="0"/>
              <a:t>before putting them in PKA RAM, using SAES and a Derived Hardware Unique Key (</a:t>
            </a:r>
            <a:r>
              <a:rPr lang="en-US" b="1" dirty="0"/>
              <a:t>DHUK</a:t>
            </a:r>
            <a:r>
              <a:rPr lang="en-US" dirty="0"/>
              <a:t>) or a user key. (SAES becomes like an interface between PKA RAM and the CPU)</a:t>
            </a:r>
          </a:p>
          <a:p>
            <a:pPr marL="269875" lvl="1" indent="0">
              <a:buNone/>
            </a:pPr>
            <a:endParaRPr lang="en-US" dirty="0"/>
          </a:p>
          <a:p>
            <a:pPr lvl="1"/>
            <a:r>
              <a:rPr lang="en-US" b="1" u="sng" dirty="0"/>
              <a:t>Enforcing usage of true random numbers </a:t>
            </a:r>
            <a:r>
              <a:rPr lang="en-US" dirty="0"/>
              <a:t>using RNG and removing the possibility of using external user generated random numbers , minimizing the security risks that come from bad random number choices.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5F91BB-E8DB-8414-0C5C-5A9295A3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83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0A2506-E044-7B0C-A8E4-BD4211E0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3920" y="-1"/>
            <a:ext cx="9755276" cy="1304925"/>
          </a:xfrm>
        </p:spPr>
        <p:txBody>
          <a:bodyPr/>
          <a:lstStyle/>
          <a:p>
            <a:r>
              <a:rPr lang="en-US" dirty="0"/>
              <a:t>Reading/Storing Private Key from PKA RAM using CCB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4D523-526D-F544-D2A7-4AC059804F9B}"/>
              </a:ext>
            </a:extLst>
          </p:cNvPr>
          <p:cNvSpPr/>
          <p:nvPr/>
        </p:nvSpPr>
        <p:spPr>
          <a:xfrm>
            <a:off x="4042845" y="2802724"/>
            <a:ext cx="3400190" cy="3287107"/>
          </a:xfrm>
          <a:prstGeom prst="rect">
            <a:avLst/>
          </a:prstGeom>
          <a:ln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ctr">
              <a:buClr>
                <a:schemeClr val="bg1"/>
              </a:buClr>
            </a:pPr>
            <a:endParaRPr lang="en-US" dirty="0"/>
          </a:p>
          <a:p>
            <a:pPr algn="r">
              <a:buClr>
                <a:schemeClr val="bg1"/>
              </a:buClr>
            </a:pPr>
            <a:r>
              <a:rPr lang="en-US" b="1" i="1" dirty="0">
                <a:solidFill>
                  <a:schemeClr val="bg1"/>
                </a:solidFill>
              </a:rPr>
              <a:t>PKA 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25DF1-D38E-30DA-DE5A-94ED89AC243F}"/>
              </a:ext>
            </a:extLst>
          </p:cNvPr>
          <p:cNvSpPr/>
          <p:nvPr/>
        </p:nvSpPr>
        <p:spPr>
          <a:xfrm>
            <a:off x="4058085" y="2802724"/>
            <a:ext cx="3384949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Crypto_param1_address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F08E5-C23B-FA29-519E-D5BF667D293A}"/>
              </a:ext>
            </a:extLst>
          </p:cNvPr>
          <p:cNvSpPr/>
          <p:nvPr/>
        </p:nvSpPr>
        <p:spPr>
          <a:xfrm>
            <a:off x="4042845" y="3335188"/>
            <a:ext cx="3384950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Crypto_param2_address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38E6F2-084B-4B65-9163-DDDB6ED03559}"/>
              </a:ext>
            </a:extLst>
          </p:cNvPr>
          <p:cNvSpPr/>
          <p:nvPr/>
        </p:nvSpPr>
        <p:spPr>
          <a:xfrm>
            <a:off x="4042845" y="3880170"/>
            <a:ext cx="3369710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i="1" dirty="0" err="1"/>
              <a:t>Asymmetric_Private_key_address</a:t>
            </a:r>
            <a:endParaRPr lang="en-US" sz="1400" b="1" i="1" dirty="0">
              <a:solidFill>
                <a:schemeClr val="l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FD0B21-5378-0419-D4C3-99C04000C06B}"/>
              </a:ext>
            </a:extLst>
          </p:cNvPr>
          <p:cNvSpPr/>
          <p:nvPr/>
        </p:nvSpPr>
        <p:spPr>
          <a:xfrm>
            <a:off x="4058084" y="4431196"/>
            <a:ext cx="3384951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Crypto_param4_address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857080-2528-9E93-F780-0BBA1BA4235A}"/>
              </a:ext>
            </a:extLst>
          </p:cNvPr>
          <p:cNvSpPr/>
          <p:nvPr/>
        </p:nvSpPr>
        <p:spPr>
          <a:xfrm>
            <a:off x="4058084" y="4993823"/>
            <a:ext cx="3400190" cy="56354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Crypto_param5_address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2CC6ED-7383-6530-EEC5-91A02CF4F339}"/>
              </a:ext>
            </a:extLst>
          </p:cNvPr>
          <p:cNvSpPr/>
          <p:nvPr/>
        </p:nvSpPr>
        <p:spPr>
          <a:xfrm>
            <a:off x="4495799" y="1464544"/>
            <a:ext cx="2509520" cy="58928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CPU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5D8367D-2E7C-08D6-260C-260C951303D1}"/>
              </a:ext>
            </a:extLst>
          </p:cNvPr>
          <p:cNvCxnSpPr>
            <a:cxnSpLocks/>
            <a:stCxn id="11" idx="1"/>
            <a:endCxn id="7" idx="1"/>
          </p:cNvCxnSpPr>
          <p:nvPr/>
        </p:nvCxnSpPr>
        <p:spPr>
          <a:xfrm rot="10800000" flipV="1">
            <a:off x="4042845" y="1759184"/>
            <a:ext cx="452954" cy="2402758"/>
          </a:xfrm>
          <a:prstGeom prst="bentConnector3">
            <a:avLst>
              <a:gd name="adj1" fmla="val 150469"/>
            </a:avLst>
          </a:prstGeom>
          <a:ln w="57150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C591F8-C396-7D23-2928-BB027B5A832D}"/>
              </a:ext>
            </a:extLst>
          </p:cNvPr>
          <p:cNvSpPr txBox="1"/>
          <p:nvPr/>
        </p:nvSpPr>
        <p:spPr>
          <a:xfrm>
            <a:off x="300037" y="2505670"/>
            <a:ext cx="346468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chemeClr val="accent2"/>
                </a:solidFill>
              </a:rPr>
              <a:t>Write </a:t>
            </a:r>
            <a:r>
              <a:rPr lang="en-US" sz="1600" b="1" dirty="0">
                <a:solidFill>
                  <a:schemeClr val="accent2"/>
                </a:solidFill>
              </a:rPr>
              <a:t>0xCCB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</a:p>
          <a:p>
            <a:pPr algn="l"/>
            <a:r>
              <a:rPr lang="en-US" sz="1600" dirty="0">
                <a:solidFill>
                  <a:schemeClr val="accent2"/>
                </a:solidFill>
              </a:rPr>
              <a:t>@Asymmetric_Private_key_address</a:t>
            </a:r>
          </a:p>
          <a:p>
            <a:pPr algn="l"/>
            <a:endParaRPr lang="en-US" sz="1800" dirty="0">
              <a:solidFill>
                <a:schemeClr val="accent2"/>
              </a:solidFill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01403CE-2884-81C4-0C9A-CDD729E754EC}"/>
              </a:ext>
            </a:extLst>
          </p:cNvPr>
          <p:cNvCxnSpPr>
            <a:cxnSpLocks/>
            <a:stCxn id="7" idx="3"/>
            <a:endCxn id="11" idx="3"/>
          </p:cNvCxnSpPr>
          <p:nvPr/>
        </p:nvCxnSpPr>
        <p:spPr>
          <a:xfrm flipH="1" flipV="1">
            <a:off x="7005319" y="1759184"/>
            <a:ext cx="407236" cy="2402758"/>
          </a:xfrm>
          <a:prstGeom prst="bentConnector3">
            <a:avLst>
              <a:gd name="adj1" fmla="val -56135"/>
            </a:avLst>
          </a:prstGeom>
          <a:ln w="57150">
            <a:solidFill>
              <a:schemeClr val="accent2"/>
            </a:solidFill>
            <a:headEnd type="none" w="lg" len="lg"/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6663B19-16A4-1824-AC90-A912051EE9CE}"/>
              </a:ext>
            </a:extLst>
          </p:cNvPr>
          <p:cNvSpPr txBox="1"/>
          <p:nvPr/>
        </p:nvSpPr>
        <p:spPr>
          <a:xfrm>
            <a:off x="7840320" y="2341059"/>
            <a:ext cx="3914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</a:rPr>
              <a:t>AES Encrypted private key is read by CPU and stored in non-volatile memory for future use (Signature/Decryption).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56DABF-FDBC-B785-9844-C385C6558AAF}"/>
              </a:ext>
            </a:extLst>
          </p:cNvPr>
          <p:cNvSpPr txBox="1"/>
          <p:nvPr/>
        </p:nvSpPr>
        <p:spPr>
          <a:xfrm>
            <a:off x="527878" y="4431195"/>
            <a:ext cx="3236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</a:rPr>
              <a:t>To read encrypted private key from PKA RAM, we </a:t>
            </a:r>
            <a:r>
              <a:rPr lang="en-US" b="1" u="sng" dirty="0">
                <a:solidFill>
                  <a:schemeClr val="accent2"/>
                </a:solidFill>
              </a:rPr>
              <a:t>WRITE</a:t>
            </a:r>
            <a:r>
              <a:rPr lang="en-US" b="1" dirty="0">
                <a:solidFill>
                  <a:schemeClr val="accent2"/>
                </a:solidFill>
              </a:rPr>
              <a:t> 0xCCB </a:t>
            </a:r>
            <a:r>
              <a:rPr lang="en-US" dirty="0">
                <a:solidFill>
                  <a:schemeClr val="accent2"/>
                </a:solidFill>
              </a:rPr>
              <a:t>at the corresponding address.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C0A26E-CC42-708B-BE48-FEC600D358E1}"/>
              </a:ext>
            </a:extLst>
          </p:cNvPr>
          <p:cNvSpPr txBox="1"/>
          <p:nvPr/>
        </p:nvSpPr>
        <p:spPr>
          <a:xfrm>
            <a:off x="8217917" y="4015696"/>
            <a:ext cx="36912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/>
              <a:t>Note: </a:t>
            </a:r>
          </a:p>
          <a:p>
            <a:pPr algn="l"/>
            <a:r>
              <a:rPr lang="en-US" dirty="0"/>
              <a:t>Public params (usually the outputs of PKA) such as signatures and public keys are not encrypted and can be viewed directly in cleartext from PKA RAM.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188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DEA7A-6348-A1D5-0FA6-1F1B16DB3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92953" y="2279126"/>
            <a:ext cx="2778725" cy="3675926"/>
          </a:xfrm>
        </p:spPr>
        <p:txBody>
          <a:bodyPr/>
          <a:lstStyle/>
          <a:p>
            <a:r>
              <a:rPr lang="en-US" sz="1800" dirty="0"/>
              <a:t>Alice Generates </a:t>
            </a:r>
            <a:r>
              <a:rPr lang="en-US" sz="1800" dirty="0">
                <a:solidFill>
                  <a:srgbClr val="FF0000"/>
                </a:solidFill>
              </a:rPr>
              <a:t>Wrapped ECDSA Private Key </a:t>
            </a:r>
            <a:r>
              <a:rPr lang="en-US" sz="1800" dirty="0"/>
              <a:t>(</a:t>
            </a:r>
            <a:r>
              <a:rPr lang="en-US" sz="1800" b="1" dirty="0"/>
              <a:t>CCB</a:t>
            </a:r>
            <a:r>
              <a:rPr lang="en-US" sz="1800" dirty="0"/>
              <a:t>)</a:t>
            </a:r>
          </a:p>
          <a:p>
            <a:r>
              <a:rPr lang="en-US" sz="1800" dirty="0"/>
              <a:t>Alice Computes </a:t>
            </a:r>
            <a:r>
              <a:rPr lang="en-US" sz="1800" dirty="0">
                <a:solidFill>
                  <a:schemeClr val="accent5"/>
                </a:solidFill>
              </a:rPr>
              <a:t>ECDSA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accent5"/>
                </a:solidFill>
              </a:rPr>
              <a:t>Public Key</a:t>
            </a:r>
            <a:r>
              <a:rPr lang="en-US" sz="1800" dirty="0"/>
              <a:t> (</a:t>
            </a:r>
            <a:r>
              <a:rPr lang="en-US" sz="1800" b="1" dirty="0"/>
              <a:t>CCB</a:t>
            </a:r>
            <a:r>
              <a:rPr lang="en-US" sz="1800" dirty="0"/>
              <a:t>)</a:t>
            </a:r>
          </a:p>
          <a:p>
            <a:r>
              <a:rPr lang="en-US" sz="1800" dirty="0"/>
              <a:t>Alice uses her private key and a pre-shared hash message to create </a:t>
            </a:r>
            <a:r>
              <a:rPr lang="en-US" sz="1800" dirty="0">
                <a:solidFill>
                  <a:schemeClr val="accent5"/>
                </a:solidFill>
              </a:rPr>
              <a:t>Alice Signature </a:t>
            </a:r>
            <a:r>
              <a:rPr lang="en-US" sz="1800" dirty="0"/>
              <a:t>(</a:t>
            </a:r>
            <a:r>
              <a:rPr lang="en-US" sz="1800" b="1" dirty="0"/>
              <a:t>CCB</a:t>
            </a:r>
            <a:r>
              <a:rPr lang="en-US" sz="1800"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477BD2-A226-7160-37E6-A696B9C1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CCB Demo Step #1 (Creating/Loading Crypto Parameters)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D69866-8E8B-8CC1-3C92-836F58567D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8203" y="1979169"/>
            <a:ext cx="2283058" cy="3675926"/>
          </a:xfrm>
          <a:prstGeom prst="rect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E6EC70-D387-1EB9-D77B-78F242878A32}"/>
              </a:ext>
            </a:extLst>
          </p:cNvPr>
          <p:cNvCxnSpPr/>
          <p:nvPr/>
        </p:nvCxnSpPr>
        <p:spPr>
          <a:xfrm>
            <a:off x="5923280" y="1184715"/>
            <a:ext cx="0" cy="5793495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8A8856-E1A7-A347-6B78-200D9E620672}"/>
              </a:ext>
            </a:extLst>
          </p:cNvPr>
          <p:cNvSpPr txBox="1"/>
          <p:nvPr/>
        </p:nvSpPr>
        <p:spPr>
          <a:xfrm>
            <a:off x="2050805" y="1120258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Alice Board (U3)</a:t>
            </a: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0773434A-A9EC-CE7A-485A-9D9860C95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8721" y="1979169"/>
            <a:ext cx="2283058" cy="3675926"/>
          </a:xfrm>
          <a:prstGeom prst="rect">
            <a:avLst/>
          </a:prstGeom>
          <a:noFill/>
          <a:ln w="76200">
            <a:solidFill>
              <a:schemeClr val="accent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7FC445D-9BBC-AE32-0087-0025AB27D2EB}"/>
              </a:ext>
            </a:extLst>
          </p:cNvPr>
          <p:cNvSpPr txBox="1">
            <a:spLocks/>
          </p:cNvSpPr>
          <p:nvPr/>
        </p:nvSpPr>
        <p:spPr>
          <a:xfrm>
            <a:off x="8768633" y="2279126"/>
            <a:ext cx="2778725" cy="3675926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Bob loads his </a:t>
            </a:r>
            <a:r>
              <a:rPr lang="en-US" sz="1800" dirty="0">
                <a:solidFill>
                  <a:srgbClr val="FF0000"/>
                </a:solidFill>
              </a:rPr>
              <a:t>ECDSA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Private Key </a:t>
            </a:r>
            <a:r>
              <a:rPr lang="en-US" sz="1800" dirty="0"/>
              <a:t>(</a:t>
            </a:r>
            <a:r>
              <a:rPr lang="en-US" sz="1800" b="1" dirty="0"/>
              <a:t>generated outside the device</a:t>
            </a:r>
            <a:r>
              <a:rPr lang="en-US" sz="1800" dirty="0"/>
              <a:t>)</a:t>
            </a:r>
          </a:p>
          <a:p>
            <a:r>
              <a:rPr lang="en-US" sz="1800" dirty="0"/>
              <a:t>Bob Computes </a:t>
            </a:r>
            <a:r>
              <a:rPr lang="en-US" sz="1800" dirty="0">
                <a:solidFill>
                  <a:schemeClr val="accent5"/>
                </a:solidFill>
              </a:rPr>
              <a:t>ECDSA public Key </a:t>
            </a:r>
            <a:r>
              <a:rPr lang="en-US" sz="1800" dirty="0"/>
              <a:t>(</a:t>
            </a:r>
            <a:r>
              <a:rPr lang="en-US" sz="1800" b="1" dirty="0"/>
              <a:t>PKA</a:t>
            </a:r>
            <a:r>
              <a:rPr lang="en-US" sz="1800" dirty="0"/>
              <a:t>)</a:t>
            </a:r>
          </a:p>
          <a:p>
            <a:r>
              <a:rPr lang="en-US" sz="1800" dirty="0"/>
              <a:t>Bob uses his private key and a pre-shared hash message to create </a:t>
            </a:r>
            <a:r>
              <a:rPr lang="en-US" sz="1800" dirty="0">
                <a:solidFill>
                  <a:schemeClr val="accent5"/>
                </a:solidFill>
              </a:rPr>
              <a:t>Bob Signature </a:t>
            </a:r>
            <a:r>
              <a:rPr lang="en-US" sz="1800" dirty="0"/>
              <a:t>(</a:t>
            </a:r>
            <a:r>
              <a:rPr lang="en-US" sz="1800" b="1" dirty="0"/>
              <a:t>PKA</a:t>
            </a:r>
            <a:r>
              <a:rPr lang="en-US" sz="1800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F1372-9756-D87F-F11B-4FCCF99227D5}"/>
              </a:ext>
            </a:extLst>
          </p:cNvPr>
          <p:cNvSpPr txBox="1"/>
          <p:nvPr/>
        </p:nvSpPr>
        <p:spPr>
          <a:xfrm>
            <a:off x="8017755" y="1229799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Bob Board (U5)</a:t>
            </a:r>
          </a:p>
        </p:txBody>
      </p:sp>
    </p:spTree>
    <p:extLst>
      <p:ext uri="{BB962C8B-B14F-4D97-AF65-F5344CB8AC3E}">
        <p14:creationId xmlns:p14="http://schemas.microsoft.com/office/powerpoint/2010/main" val="2832558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D69866-8E8B-8CC1-3C92-836F58567D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0996" y="1952275"/>
            <a:ext cx="2283058" cy="3675926"/>
          </a:xfrm>
          <a:prstGeom prst="rect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9477BD2-A226-7160-37E6-A696B9C1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CCB Demo Step #2 (Authentication using ECDSA)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A8856-E1A7-A347-6B78-200D9E620672}"/>
              </a:ext>
            </a:extLst>
          </p:cNvPr>
          <p:cNvSpPr txBox="1"/>
          <p:nvPr/>
        </p:nvSpPr>
        <p:spPr>
          <a:xfrm>
            <a:off x="2050805" y="1120258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Alice Board (U3)</a:t>
            </a: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0773434A-A9EC-CE7A-485A-9D9860C95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37946" y="1952275"/>
            <a:ext cx="2283058" cy="3675926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8F1372-9756-D87F-F11B-4FCCF99227D5}"/>
              </a:ext>
            </a:extLst>
          </p:cNvPr>
          <p:cNvSpPr txBox="1"/>
          <p:nvPr/>
        </p:nvSpPr>
        <p:spPr>
          <a:xfrm>
            <a:off x="8017755" y="1229799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Bob Board (U5)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C3E830-2A9D-1CEE-220D-AE308B6534C5}"/>
              </a:ext>
            </a:extLst>
          </p:cNvPr>
          <p:cNvCxnSpPr>
            <a:cxnSpLocks/>
          </p:cNvCxnSpPr>
          <p:nvPr/>
        </p:nvCxnSpPr>
        <p:spPr>
          <a:xfrm>
            <a:off x="4222765" y="2631440"/>
            <a:ext cx="3986515" cy="0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84202BF-5E04-4405-91F6-84177053EFE4}"/>
              </a:ext>
            </a:extLst>
          </p:cNvPr>
          <p:cNvSpPr txBox="1"/>
          <p:nvPr/>
        </p:nvSpPr>
        <p:spPr>
          <a:xfrm>
            <a:off x="4432416" y="1999470"/>
            <a:ext cx="3585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Alice ECDSA Public Key </a:t>
            </a:r>
            <a:r>
              <a:rPr lang="en-US" sz="1600" dirty="0">
                <a:solidFill>
                  <a:schemeClr val="accent1"/>
                </a:solidFill>
              </a:rPr>
              <a:t>and</a:t>
            </a:r>
            <a:r>
              <a:rPr lang="en-US" sz="1600" dirty="0">
                <a:solidFill>
                  <a:schemeClr val="accent5"/>
                </a:solidFill>
              </a:rPr>
              <a:t> Alice Signature </a:t>
            </a:r>
            <a:r>
              <a:rPr lang="en-US" sz="1600" b="1" dirty="0">
                <a:solidFill>
                  <a:schemeClr val="accent1"/>
                </a:solidFill>
              </a:rPr>
              <a:t>(USART)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F662CF-96D3-1126-2311-1329BDAD7882}"/>
              </a:ext>
            </a:extLst>
          </p:cNvPr>
          <p:cNvCxnSpPr>
            <a:cxnSpLocks/>
          </p:cNvCxnSpPr>
          <p:nvPr/>
        </p:nvCxnSpPr>
        <p:spPr>
          <a:xfrm flipH="1">
            <a:off x="4222765" y="3390756"/>
            <a:ext cx="3986515" cy="0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24FD5E-2D7D-5054-738C-57E70FFE3D6E}"/>
              </a:ext>
            </a:extLst>
          </p:cNvPr>
          <p:cNvSpPr txBox="1"/>
          <p:nvPr/>
        </p:nvSpPr>
        <p:spPr>
          <a:xfrm>
            <a:off x="4545272" y="2805981"/>
            <a:ext cx="3341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Bob ECDSA Public Key </a:t>
            </a:r>
            <a:r>
              <a:rPr lang="en-US" sz="1600" dirty="0">
                <a:solidFill>
                  <a:schemeClr val="accent1"/>
                </a:solidFill>
              </a:rPr>
              <a:t>and</a:t>
            </a:r>
            <a:r>
              <a:rPr lang="en-US" sz="1600" dirty="0">
                <a:solidFill>
                  <a:schemeClr val="accent5"/>
                </a:solidFill>
              </a:rPr>
              <a:t> Bob Signature </a:t>
            </a:r>
            <a:r>
              <a:rPr lang="en-US" sz="1600" b="1" dirty="0">
                <a:solidFill>
                  <a:schemeClr val="accent1"/>
                </a:solidFill>
              </a:rPr>
              <a:t>(USART)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951611-B71B-C3BF-5E76-BAE3359BDAEC}"/>
              </a:ext>
            </a:extLst>
          </p:cNvPr>
          <p:cNvSpPr txBox="1"/>
          <p:nvPr/>
        </p:nvSpPr>
        <p:spPr>
          <a:xfrm>
            <a:off x="4368822" y="3989394"/>
            <a:ext cx="34543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Both boards use ECDSA verification to verify each other’s signatures</a:t>
            </a:r>
          </a:p>
          <a:p>
            <a:pPr algn="ctr"/>
            <a:r>
              <a:rPr lang="en-US" dirty="0"/>
              <a:t>which proves that Alice is really Alice and Bob is really Bob (</a:t>
            </a:r>
            <a:r>
              <a:rPr lang="en-US" b="1" dirty="0"/>
              <a:t>PKA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044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DEA7A-6348-A1D5-0FA6-1F1B16DB3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6640" y="2243499"/>
            <a:ext cx="3596636" cy="3675926"/>
          </a:xfrm>
        </p:spPr>
        <p:txBody>
          <a:bodyPr/>
          <a:lstStyle/>
          <a:p>
            <a:r>
              <a:rPr lang="en-US" dirty="0"/>
              <a:t>Alice generates (</a:t>
            </a:r>
            <a:r>
              <a:rPr lang="en-US" b="1" dirty="0"/>
              <a:t>CCB</a:t>
            </a:r>
            <a:r>
              <a:rPr lang="en-US" dirty="0"/>
              <a:t>):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ECDH Private Key</a:t>
            </a:r>
          </a:p>
          <a:p>
            <a:pPr marL="0" indent="0" algn="ctr">
              <a:buNone/>
            </a:pPr>
            <a:r>
              <a:rPr lang="en-US" dirty="0"/>
              <a:t>+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5"/>
                </a:solidFill>
              </a:rPr>
              <a:t>ECDH Public Key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477BD2-A226-7160-37E6-A696B9C1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CCB Demo Step #3 (ECDH Key Generation)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D69866-8E8B-8CC1-3C92-836F58567D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28" y="1979169"/>
            <a:ext cx="2200908" cy="3675926"/>
          </a:xfrm>
          <a:prstGeom prst="rect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E6EC70-D387-1EB9-D77B-78F242878A32}"/>
              </a:ext>
            </a:extLst>
          </p:cNvPr>
          <p:cNvCxnSpPr>
            <a:cxnSpLocks/>
          </p:cNvCxnSpPr>
          <p:nvPr/>
        </p:nvCxnSpPr>
        <p:spPr>
          <a:xfrm flipH="1">
            <a:off x="5923276" y="1184715"/>
            <a:ext cx="4" cy="4470380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8A8856-E1A7-A347-6B78-200D9E620672}"/>
              </a:ext>
            </a:extLst>
          </p:cNvPr>
          <p:cNvSpPr txBox="1"/>
          <p:nvPr/>
        </p:nvSpPr>
        <p:spPr>
          <a:xfrm>
            <a:off x="2050805" y="1120258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Alice Board (U3)</a:t>
            </a: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0773434A-A9EC-CE7A-485A-9D9860C95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8721" y="1979169"/>
            <a:ext cx="2283058" cy="3675926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7FC445D-9BBC-AE32-0087-0025AB27D2EB}"/>
              </a:ext>
            </a:extLst>
          </p:cNvPr>
          <p:cNvSpPr txBox="1">
            <a:spLocks/>
          </p:cNvSpPr>
          <p:nvPr/>
        </p:nvSpPr>
        <p:spPr>
          <a:xfrm>
            <a:off x="8551465" y="2243499"/>
            <a:ext cx="3514807" cy="3675926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Bob loads his </a:t>
            </a:r>
            <a:r>
              <a:rPr lang="en-US" dirty="0">
                <a:solidFill>
                  <a:srgbClr val="FF0000"/>
                </a:solidFill>
              </a:rPr>
              <a:t>ECDH Private Key </a:t>
            </a:r>
            <a:r>
              <a:rPr lang="en-US" dirty="0"/>
              <a:t>(generated outside the device)</a:t>
            </a:r>
          </a:p>
          <a:p>
            <a:r>
              <a:rPr lang="en-US" dirty="0"/>
              <a:t>Bob generates (</a:t>
            </a:r>
            <a:r>
              <a:rPr lang="en-US" b="1" dirty="0"/>
              <a:t>PKA</a:t>
            </a:r>
            <a:r>
              <a:rPr lang="en-US" dirty="0"/>
              <a:t>) his </a:t>
            </a:r>
            <a:r>
              <a:rPr lang="en-US" dirty="0">
                <a:solidFill>
                  <a:schemeClr val="accent5"/>
                </a:solidFill>
              </a:rPr>
              <a:t>ECDH Public Key</a:t>
            </a:r>
          </a:p>
          <a:p>
            <a:pPr marL="0" indent="0">
              <a:buNone/>
            </a:pP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F1372-9756-D87F-F11B-4FCCF99227D5}"/>
              </a:ext>
            </a:extLst>
          </p:cNvPr>
          <p:cNvSpPr txBox="1"/>
          <p:nvPr/>
        </p:nvSpPr>
        <p:spPr>
          <a:xfrm>
            <a:off x="8017755" y="1229799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Bob Board (U5)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B7425-0CF8-EC30-0911-372A51B773FE}"/>
              </a:ext>
            </a:extLst>
          </p:cNvPr>
          <p:cNvSpPr txBox="1"/>
          <p:nvPr/>
        </p:nvSpPr>
        <p:spPr>
          <a:xfrm>
            <a:off x="1267257" y="5683009"/>
            <a:ext cx="10799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>
                <a:solidFill>
                  <a:schemeClr val="accent2"/>
                </a:solidFill>
              </a:rPr>
              <a:t>Note</a:t>
            </a:r>
            <a:r>
              <a:rPr lang="en-US" b="1" dirty="0"/>
              <a:t>: Each of the two boards will have </a:t>
            </a:r>
            <a:r>
              <a:rPr lang="en-US" b="1" u="sng" dirty="0"/>
              <a:t>4 keys </a:t>
            </a:r>
            <a:r>
              <a:rPr lang="en-US" b="1" dirty="0"/>
              <a:t>total: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ECDSA Key Pair (ECDSA Private + ECDSA Public) for authentication.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ECDH   Key Pair (ECDH Private   + ECDH Public) for secret generation.</a:t>
            </a:r>
          </a:p>
        </p:txBody>
      </p:sp>
    </p:spTree>
    <p:extLst>
      <p:ext uri="{BB962C8B-B14F-4D97-AF65-F5344CB8AC3E}">
        <p14:creationId xmlns:p14="http://schemas.microsoft.com/office/powerpoint/2010/main" val="2423896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477BD2-A226-7160-37E6-A696B9C1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CCB Demo Step #4 (ECDH Exchange)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D69866-8E8B-8CC1-3C92-836F58567D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0996" y="1952275"/>
            <a:ext cx="2283058" cy="3675926"/>
          </a:xfrm>
          <a:prstGeom prst="rect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8A8856-E1A7-A347-6B78-200D9E620672}"/>
              </a:ext>
            </a:extLst>
          </p:cNvPr>
          <p:cNvSpPr txBox="1"/>
          <p:nvPr/>
        </p:nvSpPr>
        <p:spPr>
          <a:xfrm>
            <a:off x="2050805" y="1120258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Alice Board (U3)</a:t>
            </a: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0773434A-A9EC-CE7A-485A-9D9860C95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37946" y="1952275"/>
            <a:ext cx="2283058" cy="3675926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8F1372-9756-D87F-F11B-4FCCF99227D5}"/>
              </a:ext>
            </a:extLst>
          </p:cNvPr>
          <p:cNvSpPr txBox="1"/>
          <p:nvPr/>
        </p:nvSpPr>
        <p:spPr>
          <a:xfrm>
            <a:off x="8017755" y="1229799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Bob Board (U5)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C3E830-2A9D-1CEE-220D-AE308B6534C5}"/>
              </a:ext>
            </a:extLst>
          </p:cNvPr>
          <p:cNvCxnSpPr>
            <a:cxnSpLocks/>
          </p:cNvCxnSpPr>
          <p:nvPr/>
        </p:nvCxnSpPr>
        <p:spPr>
          <a:xfrm>
            <a:off x="4222765" y="2631440"/>
            <a:ext cx="3986515" cy="0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84202BF-5E04-4405-91F6-84177053EFE4}"/>
              </a:ext>
            </a:extLst>
          </p:cNvPr>
          <p:cNvSpPr txBox="1"/>
          <p:nvPr/>
        </p:nvSpPr>
        <p:spPr>
          <a:xfrm>
            <a:off x="3799840" y="2046665"/>
            <a:ext cx="467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Alice ECDH Public Key </a:t>
            </a:r>
            <a:r>
              <a:rPr lang="en-US" sz="1600" b="1" dirty="0">
                <a:solidFill>
                  <a:schemeClr val="accent1"/>
                </a:solidFill>
              </a:rPr>
              <a:t>(USART)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F662CF-96D3-1126-2311-1329BDAD7882}"/>
              </a:ext>
            </a:extLst>
          </p:cNvPr>
          <p:cNvCxnSpPr>
            <a:cxnSpLocks/>
          </p:cNvCxnSpPr>
          <p:nvPr/>
        </p:nvCxnSpPr>
        <p:spPr>
          <a:xfrm flipH="1">
            <a:off x="4222765" y="3390756"/>
            <a:ext cx="3986515" cy="0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24FD5E-2D7D-5054-738C-57E70FFE3D6E}"/>
              </a:ext>
            </a:extLst>
          </p:cNvPr>
          <p:cNvSpPr txBox="1"/>
          <p:nvPr/>
        </p:nvSpPr>
        <p:spPr>
          <a:xfrm>
            <a:off x="3959744" y="2812478"/>
            <a:ext cx="4512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Bob ECDH Public Key </a:t>
            </a:r>
            <a:r>
              <a:rPr lang="en-US" sz="1600" b="1" dirty="0">
                <a:solidFill>
                  <a:schemeClr val="accent1"/>
                </a:solidFill>
              </a:rPr>
              <a:t>(USART)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951611-B71B-C3BF-5E76-BAE3359BDAEC}"/>
              </a:ext>
            </a:extLst>
          </p:cNvPr>
          <p:cNvSpPr txBox="1"/>
          <p:nvPr/>
        </p:nvSpPr>
        <p:spPr>
          <a:xfrm>
            <a:off x="4322920" y="4169302"/>
            <a:ext cx="3626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Both boards send their ECDH public keys to each other to start secret generation.</a:t>
            </a:r>
          </a:p>
        </p:txBody>
      </p:sp>
    </p:spTree>
    <p:extLst>
      <p:ext uri="{BB962C8B-B14F-4D97-AF65-F5344CB8AC3E}">
        <p14:creationId xmlns:p14="http://schemas.microsoft.com/office/powerpoint/2010/main" val="6122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DEA7A-6348-A1D5-0FA6-1F1B16DB3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6640" y="2243499"/>
            <a:ext cx="3596636" cy="3675926"/>
          </a:xfrm>
        </p:spPr>
        <p:txBody>
          <a:bodyPr/>
          <a:lstStyle/>
          <a:p>
            <a:r>
              <a:rPr lang="en-US" dirty="0"/>
              <a:t>Alice calculates (</a:t>
            </a:r>
            <a:r>
              <a:rPr lang="en-US" b="1" dirty="0"/>
              <a:t>CCB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ECDH </a:t>
            </a: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>
                <a:solidFill>
                  <a:srgbClr val="FF0000"/>
                </a:solidFill>
              </a:rPr>
              <a:t>Alice Private Key</a:t>
            </a:r>
            <a:r>
              <a:rPr lang="en-US" dirty="0"/>
              <a:t>*</a:t>
            </a:r>
            <a:r>
              <a:rPr lang="en-US" dirty="0">
                <a:solidFill>
                  <a:schemeClr val="accent5"/>
                </a:solidFill>
              </a:rPr>
              <a:t>Bob Public Key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Alice Private Key</a:t>
            </a:r>
            <a:r>
              <a:rPr lang="en-US" dirty="0"/>
              <a:t>*( </a:t>
            </a:r>
            <a:r>
              <a:rPr lang="en-US" dirty="0">
                <a:solidFill>
                  <a:srgbClr val="FF0000"/>
                </a:solidFill>
              </a:rPr>
              <a:t>Bob Private Key </a:t>
            </a:r>
            <a:r>
              <a:rPr lang="en-US" dirty="0">
                <a:solidFill>
                  <a:schemeClr val="accent5"/>
                </a:solidFill>
              </a:rPr>
              <a:t>* G 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477BD2-A226-7160-37E6-A696B9C1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CCB Demo Step #5 (ECDH Shared Secret Creation)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D69866-8E8B-8CC1-3C92-836F58567D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973" y="1935501"/>
            <a:ext cx="2123440" cy="3675926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E6EC70-D387-1EB9-D77B-78F242878A32}"/>
              </a:ext>
            </a:extLst>
          </p:cNvPr>
          <p:cNvCxnSpPr/>
          <p:nvPr/>
        </p:nvCxnSpPr>
        <p:spPr>
          <a:xfrm>
            <a:off x="5923280" y="1184715"/>
            <a:ext cx="0" cy="5793495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8A8856-E1A7-A347-6B78-200D9E620672}"/>
              </a:ext>
            </a:extLst>
          </p:cNvPr>
          <p:cNvSpPr txBox="1"/>
          <p:nvPr/>
        </p:nvSpPr>
        <p:spPr>
          <a:xfrm>
            <a:off x="2050805" y="1120258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Alice Board (U3)</a:t>
            </a: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0773434A-A9EC-CE7A-485A-9D9860C95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19446" y="1979169"/>
            <a:ext cx="2283058" cy="367592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7FC445D-9BBC-AE32-0087-0025AB27D2EB}"/>
              </a:ext>
            </a:extLst>
          </p:cNvPr>
          <p:cNvSpPr txBox="1">
            <a:spLocks/>
          </p:cNvSpPr>
          <p:nvPr/>
        </p:nvSpPr>
        <p:spPr>
          <a:xfrm>
            <a:off x="8551465" y="2243499"/>
            <a:ext cx="3514807" cy="3675926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Bob calculates (</a:t>
            </a:r>
            <a:r>
              <a:rPr lang="en-US" b="1" dirty="0"/>
              <a:t>PKA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ECDH </a:t>
            </a: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>
                <a:solidFill>
                  <a:srgbClr val="FF0000"/>
                </a:solidFill>
              </a:rPr>
              <a:t>Bob Private Key</a:t>
            </a:r>
            <a:r>
              <a:rPr lang="en-US" dirty="0"/>
              <a:t>*</a:t>
            </a:r>
            <a:r>
              <a:rPr lang="en-US" dirty="0">
                <a:solidFill>
                  <a:schemeClr val="accent5"/>
                </a:solidFill>
              </a:rPr>
              <a:t>Alice Public Key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Bob Private Key </a:t>
            </a:r>
            <a:r>
              <a:rPr lang="en-US" dirty="0"/>
              <a:t>*(</a:t>
            </a:r>
            <a:r>
              <a:rPr lang="en-US" dirty="0">
                <a:solidFill>
                  <a:srgbClr val="FF0000"/>
                </a:solidFill>
              </a:rPr>
              <a:t>Alice Private Key </a:t>
            </a:r>
            <a:r>
              <a:rPr lang="en-US" dirty="0">
                <a:solidFill>
                  <a:schemeClr val="accent5"/>
                </a:solidFill>
              </a:rPr>
              <a:t>* G 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F1372-9756-D87F-F11B-4FCCF99227D5}"/>
              </a:ext>
            </a:extLst>
          </p:cNvPr>
          <p:cNvSpPr txBox="1"/>
          <p:nvPr/>
        </p:nvSpPr>
        <p:spPr>
          <a:xfrm>
            <a:off x="8017755" y="1229799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Bob Board (U5)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BCE0B4-84DD-FD21-2E7E-2C53A3E068CC}"/>
              </a:ext>
            </a:extLst>
          </p:cNvPr>
          <p:cNvSpPr/>
          <p:nvPr/>
        </p:nvSpPr>
        <p:spPr>
          <a:xfrm>
            <a:off x="2326640" y="3535681"/>
            <a:ext cx="3534165" cy="97536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9B53A1-376F-3D18-27E6-E3D384D197F9}"/>
              </a:ext>
            </a:extLst>
          </p:cNvPr>
          <p:cNvSpPr/>
          <p:nvPr/>
        </p:nvSpPr>
        <p:spPr>
          <a:xfrm>
            <a:off x="8607469" y="3647440"/>
            <a:ext cx="3396328" cy="86173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B77EAAB-2CD1-5C19-1229-F6D7D2B057E2}"/>
              </a:ext>
            </a:extLst>
          </p:cNvPr>
          <p:cNvCxnSpPr>
            <a:cxnSpLocks/>
            <a:stCxn id="2" idx="2"/>
            <a:endCxn id="5" idx="2"/>
          </p:cNvCxnSpPr>
          <p:nvPr/>
        </p:nvCxnSpPr>
        <p:spPr>
          <a:xfrm rot="5400000" flipH="1" flipV="1">
            <a:off x="7198747" y="1404155"/>
            <a:ext cx="1862" cy="6211910"/>
          </a:xfrm>
          <a:prstGeom prst="bentConnector3">
            <a:avLst>
              <a:gd name="adj1" fmla="val -84848550"/>
            </a:avLst>
          </a:prstGeom>
          <a:ln w="57150"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E0D52AA-FFB3-03E9-814D-032DED5022D2}"/>
              </a:ext>
            </a:extLst>
          </p:cNvPr>
          <p:cNvSpPr txBox="1"/>
          <p:nvPr/>
        </p:nvSpPr>
        <p:spPr>
          <a:xfrm>
            <a:off x="5923275" y="5627762"/>
            <a:ext cx="441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C000"/>
                </a:solidFill>
              </a:rPr>
              <a:t>ECDH Shared Secret </a:t>
            </a:r>
            <a:r>
              <a:rPr 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chemeClr val="accent2"/>
                </a:solidFill>
              </a:rPr>
              <a:t>AES Key</a:t>
            </a:r>
          </a:p>
        </p:txBody>
      </p:sp>
    </p:spTree>
    <p:extLst>
      <p:ext uri="{BB962C8B-B14F-4D97-AF65-F5344CB8AC3E}">
        <p14:creationId xmlns:p14="http://schemas.microsoft.com/office/powerpoint/2010/main" val="1124316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DEA7A-6348-A1D5-0FA6-1F1B16DB3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04574" y="1862566"/>
            <a:ext cx="2778725" cy="3675926"/>
          </a:xfrm>
        </p:spPr>
        <p:txBody>
          <a:bodyPr/>
          <a:lstStyle/>
          <a:p>
            <a:r>
              <a:rPr lang="en-US" sz="1600" dirty="0"/>
              <a:t>Alice encrypts her message “This is Alice” using ECDH secret as the encryption key and sends it to Bob (</a:t>
            </a:r>
            <a:r>
              <a:rPr lang="en-US" sz="1600" b="1" dirty="0"/>
              <a:t>AES</a:t>
            </a:r>
            <a:r>
              <a:rPr lang="en-US" sz="1600"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477BD2-A226-7160-37E6-A696B9C1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CCB Demo Step #6 (AES GCM Encryption)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D69866-8E8B-8CC1-3C92-836F58567D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96" y="1979169"/>
            <a:ext cx="2283058" cy="3675926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E6EC70-D387-1EB9-D77B-78F242878A32}"/>
              </a:ext>
            </a:extLst>
          </p:cNvPr>
          <p:cNvCxnSpPr/>
          <p:nvPr/>
        </p:nvCxnSpPr>
        <p:spPr>
          <a:xfrm>
            <a:off x="5923280" y="1184715"/>
            <a:ext cx="0" cy="5793495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8A8856-E1A7-A347-6B78-200D9E620672}"/>
              </a:ext>
            </a:extLst>
          </p:cNvPr>
          <p:cNvSpPr txBox="1"/>
          <p:nvPr/>
        </p:nvSpPr>
        <p:spPr>
          <a:xfrm>
            <a:off x="2050805" y="1120258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Alice Board (U3)</a:t>
            </a: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0773434A-A9EC-CE7A-485A-9D9860C95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8721" y="1979169"/>
            <a:ext cx="2283058" cy="367592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7FC445D-9BBC-AE32-0087-0025AB27D2EB}"/>
              </a:ext>
            </a:extLst>
          </p:cNvPr>
          <p:cNvSpPr txBox="1">
            <a:spLocks/>
          </p:cNvSpPr>
          <p:nvPr/>
        </p:nvSpPr>
        <p:spPr>
          <a:xfrm>
            <a:off x="8551779" y="3817132"/>
            <a:ext cx="3135838" cy="3675926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Bob uses ECDH to decrypt Alice’s message (</a:t>
            </a:r>
            <a:r>
              <a:rPr lang="en-US" sz="1600" b="1" dirty="0"/>
              <a:t>AES</a:t>
            </a:r>
            <a:r>
              <a:rPr lang="en-US" sz="1600" dirty="0"/>
              <a:t>).</a:t>
            </a:r>
          </a:p>
          <a:p>
            <a:r>
              <a:rPr lang="en-US" sz="1600" dirty="0"/>
              <a:t>If decryption is successful, Bob uses the ECDH to encrypt his message “This is Bob” and sends it to Alice (</a:t>
            </a:r>
            <a:r>
              <a:rPr lang="en-US" sz="1600" b="1" dirty="0"/>
              <a:t>AES</a:t>
            </a:r>
            <a:r>
              <a:rPr lang="en-US" sz="1600" dirty="0"/>
              <a:t>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F1372-9756-D87F-F11B-4FCCF99227D5}"/>
              </a:ext>
            </a:extLst>
          </p:cNvPr>
          <p:cNvSpPr txBox="1"/>
          <p:nvPr/>
        </p:nvSpPr>
        <p:spPr>
          <a:xfrm>
            <a:off x="8017755" y="1229799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Bob Board (U5)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0EDA2DD-4A8F-44D0-F346-2C5C48F8D72C}"/>
              </a:ext>
            </a:extLst>
          </p:cNvPr>
          <p:cNvCxnSpPr>
            <a:cxnSpLocks/>
          </p:cNvCxnSpPr>
          <p:nvPr/>
        </p:nvCxnSpPr>
        <p:spPr>
          <a:xfrm>
            <a:off x="2236244" y="3754222"/>
            <a:ext cx="4328160" cy="0"/>
          </a:xfrm>
          <a:prstGeom prst="straightConnector1">
            <a:avLst/>
          </a:prstGeom>
          <a:ln w="76200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65595E-8132-5DE8-B67E-F50D900C3EC7}"/>
              </a:ext>
            </a:extLst>
          </p:cNvPr>
          <p:cNvSpPr txBox="1"/>
          <p:nvPr/>
        </p:nvSpPr>
        <p:spPr>
          <a:xfrm>
            <a:off x="2236244" y="3150737"/>
            <a:ext cx="3687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AES Encrypted “This is Alice” + GCM Tag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BA0D5F-84B6-49A2-2DEE-2E9EEA0A8FE3}"/>
              </a:ext>
            </a:extLst>
          </p:cNvPr>
          <p:cNvCxnSpPr>
            <a:cxnSpLocks/>
          </p:cNvCxnSpPr>
          <p:nvPr/>
        </p:nvCxnSpPr>
        <p:spPr>
          <a:xfrm flipH="1">
            <a:off x="2236244" y="4829149"/>
            <a:ext cx="4328160" cy="0"/>
          </a:xfrm>
          <a:prstGeom prst="straightConnector1">
            <a:avLst/>
          </a:prstGeom>
          <a:ln w="76200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44D1EED-9B79-5B29-914A-8DBD952FBEB1}"/>
              </a:ext>
            </a:extLst>
          </p:cNvPr>
          <p:cNvSpPr txBox="1"/>
          <p:nvPr/>
        </p:nvSpPr>
        <p:spPr>
          <a:xfrm flipH="1">
            <a:off x="2408965" y="4225091"/>
            <a:ext cx="3687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AES Encrypted “This is Bob” + GCM Tag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8E2BE67-EA30-1084-B0A1-AB76852C6520}"/>
              </a:ext>
            </a:extLst>
          </p:cNvPr>
          <p:cNvSpPr txBox="1">
            <a:spLocks/>
          </p:cNvSpPr>
          <p:nvPr/>
        </p:nvSpPr>
        <p:spPr>
          <a:xfrm>
            <a:off x="2282377" y="5140247"/>
            <a:ext cx="2778725" cy="3675926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Alice decrypts Bob’s message (</a:t>
            </a:r>
            <a:r>
              <a:rPr lang="en-US" sz="1600" b="1" dirty="0"/>
              <a:t>AES</a:t>
            </a:r>
            <a:r>
              <a:rPr lang="en-US" sz="1600" dirty="0"/>
              <a:t>)</a:t>
            </a:r>
          </a:p>
          <a:p>
            <a:r>
              <a:rPr lang="en-US" sz="1600" dirty="0"/>
              <a:t>The demo is successful is the received message is decrypted correctly.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F61FC-ED7D-F166-BFC6-F2257F9F2567}"/>
              </a:ext>
            </a:extLst>
          </p:cNvPr>
          <p:cNvSpPr txBox="1"/>
          <p:nvPr/>
        </p:nvSpPr>
        <p:spPr>
          <a:xfrm>
            <a:off x="6307777" y="5806691"/>
            <a:ext cx="55433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u="sng" dirty="0">
                <a:solidFill>
                  <a:schemeClr val="accent2"/>
                </a:solidFill>
              </a:rPr>
              <a:t>Note</a:t>
            </a:r>
            <a:r>
              <a:rPr lang="en-US" sz="1600" dirty="0"/>
              <a:t>: </a:t>
            </a:r>
            <a:r>
              <a:rPr lang="en-US" sz="1600" b="1" dirty="0"/>
              <a:t>AES GCM </a:t>
            </a:r>
            <a:r>
              <a:rPr lang="en-US" sz="1600" dirty="0"/>
              <a:t>is the most secure and most used AES mode of operation .It allows for both encryption and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1050680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18B9D53-C357-E579-129F-22503D3FED7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872880" y="0"/>
          <a:ext cx="8912860" cy="6822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6430">
                  <a:extLst>
                    <a:ext uri="{9D8B030D-6E8A-4147-A177-3AD203B41FA5}">
                      <a16:colId xmlns:a16="http://schemas.microsoft.com/office/drawing/2014/main" val="1555671524"/>
                    </a:ext>
                  </a:extLst>
                </a:gridCol>
                <a:gridCol w="4456430">
                  <a:extLst>
                    <a:ext uri="{9D8B030D-6E8A-4147-A177-3AD203B41FA5}">
                      <a16:colId xmlns:a16="http://schemas.microsoft.com/office/drawing/2014/main" val="120000711"/>
                    </a:ext>
                  </a:extLst>
                </a:gridCol>
              </a:tblGrid>
              <a:tr h="452561">
                <a:tc>
                  <a:txBody>
                    <a:bodyPr/>
                    <a:lstStyle/>
                    <a:p>
                      <a:r>
                        <a:rPr lang="en-US" dirty="0"/>
                        <a:t>Alice Board  U3 (Send then receive)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 Board U5 (Receive then send)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266808"/>
                  </a:ext>
                </a:extLst>
              </a:tr>
              <a:tr h="771278">
                <a:tc>
                  <a:txBody>
                    <a:bodyPr/>
                    <a:lstStyle/>
                    <a:p>
                      <a:r>
                        <a:rPr lang="en-US" sz="1600" dirty="0"/>
                        <a:t>Alice generates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Alice Wrapped ECDSA Private Key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Alice ECDSA Public Key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Alice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Bob loads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his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 ECDSA Private Key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 ECDH Private Key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Bob generates </a:t>
                      </a:r>
                      <a:r>
                        <a:rPr lang="en-US" sz="1600" dirty="0">
                          <a:solidFill>
                            <a:schemeClr val="accent5"/>
                          </a:solidFill>
                        </a:rPr>
                        <a:t>Bob ECDSA Public Key + Bob Signature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65748"/>
                  </a:ext>
                </a:extLst>
              </a:tr>
              <a:tr h="892494">
                <a:tc>
                  <a:txBody>
                    <a:bodyPr/>
                    <a:lstStyle/>
                    <a:p>
                      <a:r>
                        <a:rPr lang="en-US" dirty="0"/>
                        <a:t>Alice sends 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ECDSA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Public Key +Signature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 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Bob sends 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ECDSA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Bob Public Key +Signature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 Alice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7726"/>
                  </a:ext>
                </a:extLst>
              </a:tr>
              <a:tr h="624746">
                <a:tc>
                  <a:txBody>
                    <a:bodyPr/>
                    <a:lstStyle/>
                    <a:p>
                      <a:r>
                        <a:rPr lang="en-US" dirty="0"/>
                        <a:t>Alice verifies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 Bob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Bob verifies 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Alice Signature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984474"/>
                  </a:ext>
                </a:extLst>
              </a:tr>
              <a:tr h="62474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Alice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generates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Wrapped ECDH Private Key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 ECDH Public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 loads his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ECDH Private Key </a:t>
                      </a:r>
                      <a:r>
                        <a:rPr lang="en-US" dirty="0"/>
                        <a:t>and </a:t>
                      </a:r>
                      <a:r>
                        <a:rPr lang="en-US" b="1" dirty="0"/>
                        <a:t>generates</a:t>
                      </a:r>
                      <a:r>
                        <a:rPr lang="en-US" dirty="0"/>
                        <a:t> his 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ECDH Public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605292"/>
                  </a:ext>
                </a:extLst>
              </a:tr>
              <a:tr h="375038">
                <a:tc>
                  <a:txBody>
                    <a:bodyPr/>
                    <a:lstStyle/>
                    <a:p>
                      <a:r>
                        <a:rPr lang="en-US" dirty="0"/>
                        <a:t>Alice sends her 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ECDH Public Key </a:t>
                      </a:r>
                      <a:r>
                        <a:rPr lang="en-US" dirty="0"/>
                        <a:t>to Bob</a:t>
                      </a:r>
                      <a:endParaRPr lang="en-US" dirty="0">
                        <a:solidFill>
                          <a:srgbClr val="FF66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 sends his </a:t>
                      </a:r>
                      <a:r>
                        <a:rPr lang="en-US" dirty="0">
                          <a:solidFill>
                            <a:schemeClr val="accent5"/>
                          </a:solidFill>
                        </a:rPr>
                        <a:t>ECDH Public Key </a:t>
                      </a:r>
                      <a:r>
                        <a:rPr lang="en-US" dirty="0"/>
                        <a:t>to Alice</a:t>
                      </a:r>
                      <a:endParaRPr lang="en-US" dirty="0">
                        <a:solidFill>
                          <a:srgbClr val="FF6600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55398"/>
                  </a:ext>
                </a:extLst>
              </a:tr>
              <a:tr h="624746">
                <a:tc>
                  <a:txBody>
                    <a:bodyPr/>
                    <a:lstStyle/>
                    <a:p>
                      <a:r>
                        <a:rPr lang="en-US" dirty="0"/>
                        <a:t>Alice uses Protected ECC Multiplication to create </a:t>
                      </a:r>
                      <a:r>
                        <a:rPr lang="en-US" dirty="0">
                          <a:solidFill>
                            <a:srgbClr val="FF6600"/>
                          </a:solidFill>
                        </a:rPr>
                        <a:t>ECDH Shared 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Bob uses unprotected ECC Multiplication to create </a:t>
                      </a:r>
                      <a:r>
                        <a:rPr lang="en-US" sz="1800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ECDH Shared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983912"/>
                  </a:ext>
                </a:extLst>
              </a:tr>
              <a:tr h="624746">
                <a:tc>
                  <a:txBody>
                    <a:bodyPr/>
                    <a:lstStyle/>
                    <a:p>
                      <a:r>
                        <a:rPr lang="en-US" dirty="0"/>
                        <a:t>Alice uses </a:t>
                      </a:r>
                      <a:r>
                        <a:rPr lang="en-US" dirty="0">
                          <a:solidFill>
                            <a:srgbClr val="FF6600"/>
                          </a:solidFill>
                        </a:rPr>
                        <a:t>ECDH Shared Secret </a:t>
                      </a:r>
                      <a:r>
                        <a:rPr lang="en-US" dirty="0"/>
                        <a:t>as source of 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AES GCM key </a:t>
                      </a:r>
                      <a:r>
                        <a:rPr lang="en-US" dirty="0"/>
                        <a:t>and 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Alice uses </a:t>
                      </a:r>
                      <a:r>
                        <a:rPr lang="en-US" dirty="0">
                          <a:solidFill>
                            <a:srgbClr val="FF6600"/>
                          </a:solidFill>
                        </a:rPr>
                        <a:t>ECDH Shared Secret </a:t>
                      </a:r>
                      <a:r>
                        <a:rPr lang="en-US" dirty="0"/>
                        <a:t>as source of 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AES GCM key </a:t>
                      </a:r>
                      <a:r>
                        <a:rPr lang="en-US" dirty="0"/>
                        <a:t>and 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IV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02862"/>
                  </a:ext>
                </a:extLst>
              </a:tr>
              <a:tr h="452561">
                <a:tc>
                  <a:txBody>
                    <a:bodyPr/>
                    <a:lstStyle/>
                    <a:p>
                      <a:r>
                        <a:rPr lang="en-US" dirty="0"/>
                        <a:t>Alice sends encrypted 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“This is Alice”</a:t>
                      </a:r>
                      <a:r>
                        <a:rPr lang="en-US" dirty="0"/>
                        <a:t> message + 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Tag</a:t>
                      </a:r>
                      <a:r>
                        <a:rPr lang="en-US" dirty="0"/>
                        <a:t> to Bob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Bob sends encrypted 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“This is Bob” </a:t>
                      </a:r>
                      <a:r>
                        <a:rPr lang="en-US" dirty="0"/>
                        <a:t>message + 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Tag</a:t>
                      </a:r>
                      <a:r>
                        <a:rPr lang="en-US" dirty="0"/>
                        <a:t> to Alice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43727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ADC7236-7F2E-CDAF-032E-456CD2119847}"/>
              </a:ext>
            </a:extLst>
          </p:cNvPr>
          <p:cNvSpPr txBox="1"/>
          <p:nvPr/>
        </p:nvSpPr>
        <p:spPr>
          <a:xfrm>
            <a:off x="379360" y="877729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CCB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304FD-4763-1A17-AAC7-2C75E5449F14}"/>
              </a:ext>
            </a:extLst>
          </p:cNvPr>
          <p:cNvSpPr txBox="1"/>
          <p:nvPr/>
        </p:nvSpPr>
        <p:spPr>
          <a:xfrm>
            <a:off x="371626" y="1940124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88AE10-F07F-6BC8-EC4F-67C2A8F03F4F}"/>
              </a:ext>
            </a:extLst>
          </p:cNvPr>
          <p:cNvSpPr txBox="1"/>
          <p:nvPr/>
        </p:nvSpPr>
        <p:spPr>
          <a:xfrm>
            <a:off x="379360" y="2866705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PKA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539638-D3C4-60C8-492D-0939924B1629}"/>
              </a:ext>
            </a:extLst>
          </p:cNvPr>
          <p:cNvSpPr txBox="1"/>
          <p:nvPr/>
        </p:nvSpPr>
        <p:spPr>
          <a:xfrm>
            <a:off x="360253" y="3537816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CCB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FA1FAD-32D2-6489-BB21-013B73CBCDAA}"/>
              </a:ext>
            </a:extLst>
          </p:cNvPr>
          <p:cNvSpPr txBox="1"/>
          <p:nvPr/>
        </p:nvSpPr>
        <p:spPr>
          <a:xfrm>
            <a:off x="360253" y="4827750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CCB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CE656E-793E-2075-E4C2-2BADCF75C43B}"/>
              </a:ext>
            </a:extLst>
          </p:cNvPr>
          <p:cNvSpPr txBox="1"/>
          <p:nvPr/>
        </p:nvSpPr>
        <p:spPr>
          <a:xfrm>
            <a:off x="189642" y="5513506"/>
            <a:ext cx="183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AES/SAES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42C559-844C-FBA4-E83D-F0CB1C27F4A6}"/>
              </a:ext>
            </a:extLst>
          </p:cNvPr>
          <p:cNvCxnSpPr>
            <a:cxnSpLocks/>
          </p:cNvCxnSpPr>
          <p:nvPr/>
        </p:nvCxnSpPr>
        <p:spPr>
          <a:xfrm>
            <a:off x="5719403" y="2514600"/>
            <a:ext cx="1219813" cy="0"/>
          </a:xfrm>
          <a:prstGeom prst="straightConnector1">
            <a:avLst/>
          </a:prstGeom>
          <a:ln w="5715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67B2C47-754F-F80D-1A4A-35A795AAE841}"/>
              </a:ext>
            </a:extLst>
          </p:cNvPr>
          <p:cNvSpPr txBox="1"/>
          <p:nvPr/>
        </p:nvSpPr>
        <p:spPr>
          <a:xfrm>
            <a:off x="10698480" y="877729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PKA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770C6-830B-C2AF-1381-4491CB991CF8}"/>
              </a:ext>
            </a:extLst>
          </p:cNvPr>
          <p:cNvSpPr txBox="1"/>
          <p:nvPr/>
        </p:nvSpPr>
        <p:spPr>
          <a:xfrm>
            <a:off x="10698480" y="1940124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51DD44-C3B5-232E-481B-5583389BE8AE}"/>
              </a:ext>
            </a:extLst>
          </p:cNvPr>
          <p:cNvSpPr txBox="1"/>
          <p:nvPr/>
        </p:nvSpPr>
        <p:spPr>
          <a:xfrm>
            <a:off x="360253" y="4194342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91E074-0FB0-E326-8A50-D1BD45BA209A}"/>
              </a:ext>
            </a:extLst>
          </p:cNvPr>
          <p:cNvSpPr txBox="1"/>
          <p:nvPr/>
        </p:nvSpPr>
        <p:spPr>
          <a:xfrm>
            <a:off x="10698480" y="2866705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PKA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3BEC1-DF72-8975-CC54-A2DBFAB609CC}"/>
              </a:ext>
            </a:extLst>
          </p:cNvPr>
          <p:cNvSpPr txBox="1"/>
          <p:nvPr/>
        </p:nvSpPr>
        <p:spPr>
          <a:xfrm>
            <a:off x="10692614" y="3537816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PKA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BED1A7-B701-2219-1AD5-4CE4AD175839}"/>
              </a:ext>
            </a:extLst>
          </p:cNvPr>
          <p:cNvSpPr txBox="1"/>
          <p:nvPr/>
        </p:nvSpPr>
        <p:spPr>
          <a:xfrm>
            <a:off x="10692614" y="4194342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USART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35B6CA-964D-EAAC-496E-E805E2FE8643}"/>
              </a:ext>
            </a:extLst>
          </p:cNvPr>
          <p:cNvSpPr txBox="1"/>
          <p:nvPr/>
        </p:nvSpPr>
        <p:spPr>
          <a:xfrm>
            <a:off x="10692614" y="4827750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PKA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0EE43E-329C-2FA2-598C-78BB3C73AF14}"/>
              </a:ext>
            </a:extLst>
          </p:cNvPr>
          <p:cNvSpPr txBox="1"/>
          <p:nvPr/>
        </p:nvSpPr>
        <p:spPr>
          <a:xfrm>
            <a:off x="10692614" y="5455983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679B9-94FF-DF51-9940-762B6772ED1F}"/>
              </a:ext>
            </a:extLst>
          </p:cNvPr>
          <p:cNvSpPr txBox="1"/>
          <p:nvPr/>
        </p:nvSpPr>
        <p:spPr>
          <a:xfrm>
            <a:off x="10698480" y="6197903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USART</a:t>
            </a:r>
          </a:p>
        </p:txBody>
      </p:sp>
    </p:spTree>
    <p:extLst>
      <p:ext uri="{BB962C8B-B14F-4D97-AF65-F5344CB8AC3E}">
        <p14:creationId xmlns:p14="http://schemas.microsoft.com/office/powerpoint/2010/main" val="431032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30206</TotalTime>
  <Words>3641</Words>
  <Application>Microsoft Office PowerPoint</Application>
  <PresentationFormat>Widescreen</PresentationFormat>
  <Paragraphs>486</Paragraphs>
  <Slides>42</Slides>
  <Notes>32</Notes>
  <HiddenSlides>17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MT</vt:lpstr>
      <vt:lpstr>Calibri</vt:lpstr>
      <vt:lpstr>Open_Sans</vt:lpstr>
      <vt:lpstr>Times New Roman</vt:lpstr>
      <vt:lpstr>Wingdings</vt:lpstr>
      <vt:lpstr>ST PowerPoint Template 16x9</vt:lpstr>
      <vt:lpstr>PowerPoint Presentation</vt:lpstr>
      <vt:lpstr>Presentation Plan</vt:lpstr>
      <vt:lpstr>Project Context</vt:lpstr>
      <vt:lpstr>Project Context 1/7</vt:lpstr>
      <vt:lpstr>Project Context 2/7</vt:lpstr>
      <vt:lpstr>Project Context 3/7</vt:lpstr>
      <vt:lpstr>Project Context 4/7</vt:lpstr>
      <vt:lpstr>Project Context 5/7</vt:lpstr>
      <vt:lpstr>Project Context 6/7</vt:lpstr>
      <vt:lpstr>Project Context 7/7</vt:lpstr>
      <vt:lpstr>Cryptography Concepts</vt:lpstr>
      <vt:lpstr>Cryptography Concepts 1/6</vt:lpstr>
      <vt:lpstr>Cryptography Concepts 2/6</vt:lpstr>
      <vt:lpstr>Cryptography Concepts 3/6</vt:lpstr>
      <vt:lpstr>Cryptography Concepts 4/6</vt:lpstr>
      <vt:lpstr>Cryptography Concepts 5/6</vt:lpstr>
      <vt:lpstr>Cryptography Concepts 6/6</vt:lpstr>
      <vt:lpstr>Cryptography Peripherals</vt:lpstr>
      <vt:lpstr>Cryptography Peripherals 1/2</vt:lpstr>
      <vt:lpstr>Cryptography Peripherals 2/2</vt:lpstr>
      <vt:lpstr>Demo Showcase</vt:lpstr>
      <vt:lpstr>Conclusion And Prospects</vt:lpstr>
      <vt:lpstr>Conclusion</vt:lpstr>
      <vt:lpstr>Prospects</vt:lpstr>
      <vt:lpstr>PowerPoint Presentation</vt:lpstr>
      <vt:lpstr>PowerPoint Presentation</vt:lpstr>
      <vt:lpstr>Symmetric vs Asymmetric Speed Comparison</vt:lpstr>
      <vt:lpstr>Cipher Suites</vt:lpstr>
      <vt:lpstr>Elliptic Curve Cryptography (ECC)</vt:lpstr>
      <vt:lpstr>PowerPoint Presentation</vt:lpstr>
      <vt:lpstr>PowerPoint Presentation</vt:lpstr>
      <vt:lpstr>ECDSA Signature</vt:lpstr>
      <vt:lpstr>Wrapping Crypto Parameters (Writing to PKA RAM) using CCB </vt:lpstr>
      <vt:lpstr>CCB/Crypton Description</vt:lpstr>
      <vt:lpstr>Reading/Storing Private Key from PKA RAM using CCB</vt:lpstr>
      <vt:lpstr>CCB Demo Step #1 (Creating/Loading Crypto Parameters)</vt:lpstr>
      <vt:lpstr>CCB Demo Step #2 (Authentication using ECDSA)</vt:lpstr>
      <vt:lpstr>CCB Demo Step #3 (ECDH Key Generation)</vt:lpstr>
      <vt:lpstr>CCB Demo Step #4 (ECDH Exchange)</vt:lpstr>
      <vt:lpstr>CCB Demo Step #5 (ECDH Shared Secret Creation)</vt:lpstr>
      <vt:lpstr>CCB Demo Step #6 (AES GCM Encryption)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on multiple lines</dc:title>
  <dc:creator>Molka GHRAIRI</dc:creator>
  <cp:keywords>Template v1.19</cp:keywords>
  <cp:lastModifiedBy>A.Ghriss</cp:lastModifiedBy>
  <cp:revision>134</cp:revision>
  <dcterms:created xsi:type="dcterms:W3CDTF">2024-07-17T09:56:35Z</dcterms:created>
  <dcterms:modified xsi:type="dcterms:W3CDTF">2024-09-27T18:23:33Z</dcterms:modified>
</cp:coreProperties>
</file>